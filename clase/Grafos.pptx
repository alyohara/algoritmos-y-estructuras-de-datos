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Lst>
  <p:notesMasterIdLst>
    <p:notesMasterId r:id="rId27"/>
  </p:notesMasterIdLst>
  <p:sldIdLst>
    <p:sldId id="256" r:id="rId3"/>
    <p:sldId id="257" r:id="rId4"/>
    <p:sldId id="258" r:id="rId5"/>
    <p:sldId id="260" r:id="rId6"/>
    <p:sldId id="261" r:id="rId7"/>
    <p:sldId id="263" r:id="rId8"/>
    <p:sldId id="264" r:id="rId9"/>
    <p:sldId id="265" r:id="rId10"/>
    <p:sldId id="266" r:id="rId11"/>
    <p:sldId id="267" r:id="rId12"/>
    <p:sldId id="262" r:id="rId13"/>
    <p:sldId id="268" r:id="rId14"/>
    <p:sldId id="277" r:id="rId15"/>
    <p:sldId id="276" r:id="rId16"/>
    <p:sldId id="278" r:id="rId17"/>
    <p:sldId id="279" r:id="rId18"/>
    <p:sldId id="280"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F247F6-266A-4D80-94F9-2AAAD706993B}" v="50" dt="2023-02-15T21:17:51.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napToObjects="1">
      <p:cViewPr varScale="1">
        <p:scale>
          <a:sx n="105" d="100"/>
          <a:sy n="105" d="100"/>
        </p:scale>
        <p:origin x="106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gel Leonardo Bianco" userId="e6f7790cc0087d47" providerId="LiveId" clId="{E5F247F6-266A-4D80-94F9-2AAAD706993B}"/>
    <pc:docChg chg="undo custSel addSld delSld modSld sldOrd">
      <pc:chgData name="Angel Leonardo Bianco" userId="e6f7790cc0087d47" providerId="LiveId" clId="{E5F247F6-266A-4D80-94F9-2AAAD706993B}" dt="2023-02-15T23:18:04.609" v="268" actId="22"/>
      <pc:docMkLst>
        <pc:docMk/>
      </pc:docMkLst>
      <pc:sldChg chg="modSp mod">
        <pc:chgData name="Angel Leonardo Bianco" userId="e6f7790cc0087d47" providerId="LiveId" clId="{E5F247F6-266A-4D80-94F9-2AAAD706993B}" dt="2023-02-15T20:39:12.660" v="5" actId="20577"/>
        <pc:sldMkLst>
          <pc:docMk/>
          <pc:sldMk cId="0" sldId="256"/>
        </pc:sldMkLst>
        <pc:spChg chg="mod">
          <ac:chgData name="Angel Leonardo Bianco" userId="e6f7790cc0087d47" providerId="LiveId" clId="{E5F247F6-266A-4D80-94F9-2AAAD706993B}" dt="2023-02-15T20:39:12.660" v="5" actId="20577"/>
          <ac:spMkLst>
            <pc:docMk/>
            <pc:sldMk cId="0" sldId="256"/>
            <ac:spMk id="89" creationId="{00000000-0000-0000-0000-000000000000}"/>
          </ac:spMkLst>
        </pc:spChg>
      </pc:sldChg>
      <pc:sldChg chg="addSp delSp modSp mod">
        <pc:chgData name="Angel Leonardo Bianco" userId="e6f7790cc0087d47" providerId="LiveId" clId="{E5F247F6-266A-4D80-94F9-2AAAD706993B}" dt="2023-02-15T20:42:40.350" v="39" actId="20577"/>
        <pc:sldMkLst>
          <pc:docMk/>
          <pc:sldMk cId="0" sldId="257"/>
        </pc:sldMkLst>
        <pc:spChg chg="del">
          <ac:chgData name="Angel Leonardo Bianco" userId="e6f7790cc0087d47" providerId="LiveId" clId="{E5F247F6-266A-4D80-94F9-2AAAD706993B}" dt="2023-02-15T20:39:31.339" v="13" actId="478"/>
          <ac:spMkLst>
            <pc:docMk/>
            <pc:sldMk cId="0" sldId="257"/>
            <ac:spMk id="2" creationId="{77328CFB-2C34-F043-9DB3-BCEEA33C641D}"/>
          </ac:spMkLst>
        </pc:spChg>
        <pc:spChg chg="add mod">
          <ac:chgData name="Angel Leonardo Bianco" userId="e6f7790cc0087d47" providerId="LiveId" clId="{E5F247F6-266A-4D80-94F9-2AAAD706993B}" dt="2023-02-15T20:42:24.286" v="35" actId="20577"/>
          <ac:spMkLst>
            <pc:docMk/>
            <pc:sldMk cId="0" sldId="257"/>
            <ac:spMk id="3" creationId="{E11FF935-0AD1-BCB2-848F-49973DE37D42}"/>
          </ac:spMkLst>
        </pc:spChg>
        <pc:spChg chg="add mod">
          <ac:chgData name="Angel Leonardo Bianco" userId="e6f7790cc0087d47" providerId="LiveId" clId="{E5F247F6-266A-4D80-94F9-2AAAD706993B}" dt="2023-02-15T20:42:40.350" v="39" actId="20577"/>
          <ac:spMkLst>
            <pc:docMk/>
            <pc:sldMk cId="0" sldId="257"/>
            <ac:spMk id="4" creationId="{2B4926D9-F22D-124C-BE49-F7280557A30E}"/>
          </ac:spMkLst>
        </pc:spChg>
        <pc:spChg chg="del">
          <ac:chgData name="Angel Leonardo Bianco" userId="e6f7790cc0087d47" providerId="LiveId" clId="{E5F247F6-266A-4D80-94F9-2AAAD706993B}" dt="2023-02-15T20:39:29.867" v="12" actId="478"/>
          <ac:spMkLst>
            <pc:docMk/>
            <pc:sldMk cId="0" sldId="257"/>
            <ac:spMk id="91" creationId="{00000000-0000-0000-0000-000000000000}"/>
          </ac:spMkLst>
        </pc:spChg>
        <pc:spChg chg="del mod">
          <ac:chgData name="Angel Leonardo Bianco" userId="e6f7790cc0087d47" providerId="LiveId" clId="{E5F247F6-266A-4D80-94F9-2AAAD706993B}" dt="2023-02-15T20:39:27.707" v="11" actId="478"/>
          <ac:spMkLst>
            <pc:docMk/>
            <pc:sldMk cId="0" sldId="257"/>
            <ac:spMk id="92" creationId="{00000000-0000-0000-0000-000000000000}"/>
          </ac:spMkLst>
        </pc:spChg>
        <pc:spChg chg="del mod">
          <ac:chgData name="Angel Leonardo Bianco" userId="e6f7790cc0087d47" providerId="LiveId" clId="{E5F247F6-266A-4D80-94F9-2AAAD706993B}" dt="2023-02-15T20:39:24.637" v="9" actId="478"/>
          <ac:spMkLst>
            <pc:docMk/>
            <pc:sldMk cId="0" sldId="257"/>
            <ac:spMk id="95" creationId="{00000000-0000-0000-0000-000000000000}"/>
          </ac:spMkLst>
        </pc:spChg>
      </pc:sldChg>
      <pc:sldChg chg="addSp delSp modSp add mod modAnim">
        <pc:chgData name="Angel Leonardo Bianco" userId="e6f7790cc0087d47" providerId="LiveId" clId="{E5F247F6-266A-4D80-94F9-2AAAD706993B}" dt="2023-02-15T20:46:05.864" v="56" actId="478"/>
        <pc:sldMkLst>
          <pc:docMk/>
          <pc:sldMk cId="3533256146" sldId="258"/>
        </pc:sldMkLst>
        <pc:picChg chg="add mod">
          <ac:chgData name="Angel Leonardo Bianco" userId="e6f7790cc0087d47" providerId="LiveId" clId="{E5F247F6-266A-4D80-94F9-2AAAD706993B}" dt="2023-02-15T20:45:00.350" v="42" actId="962"/>
          <ac:picMkLst>
            <pc:docMk/>
            <pc:sldMk cId="3533256146" sldId="258"/>
            <ac:picMk id="3" creationId="{4BA0043B-D628-22E2-63C4-2AF66FE95F26}"/>
          </ac:picMkLst>
        </pc:picChg>
        <pc:picChg chg="add mod">
          <ac:chgData name="Angel Leonardo Bianco" userId="e6f7790cc0087d47" providerId="LiveId" clId="{E5F247F6-266A-4D80-94F9-2AAAD706993B}" dt="2023-02-15T20:45:17.816" v="47" actId="962"/>
          <ac:picMkLst>
            <pc:docMk/>
            <pc:sldMk cId="3533256146" sldId="258"/>
            <ac:picMk id="5" creationId="{19472B70-AEF7-39DC-9EED-17469CBA14C6}"/>
          </ac:picMkLst>
        </pc:picChg>
        <pc:picChg chg="add del mod">
          <ac:chgData name="Angel Leonardo Bianco" userId="e6f7790cc0087d47" providerId="LiveId" clId="{E5F247F6-266A-4D80-94F9-2AAAD706993B}" dt="2023-02-15T20:46:05.864" v="56" actId="478"/>
          <ac:picMkLst>
            <pc:docMk/>
            <pc:sldMk cId="3533256146" sldId="258"/>
            <ac:picMk id="7" creationId="{394FF570-CEFE-1CB8-E7E7-39AE48DBB504}"/>
          </ac:picMkLst>
        </pc:picChg>
      </pc:sldChg>
      <pc:sldChg chg="addSp delSp modSp add del mod setBg delDesignElem">
        <pc:chgData name="Angel Leonardo Bianco" userId="e6f7790cc0087d47" providerId="LiveId" clId="{E5F247F6-266A-4D80-94F9-2AAAD706993B}" dt="2023-02-15T20:47:54.254" v="73" actId="47"/>
        <pc:sldMkLst>
          <pc:docMk/>
          <pc:sldMk cId="2151741333" sldId="259"/>
        </pc:sldMkLst>
        <pc:spChg chg="mod ord">
          <ac:chgData name="Angel Leonardo Bianco" userId="e6f7790cc0087d47" providerId="LiveId" clId="{E5F247F6-266A-4D80-94F9-2AAAD706993B}" dt="2023-02-15T20:46:47.750" v="69" actId="26606"/>
          <ac:spMkLst>
            <pc:docMk/>
            <pc:sldMk cId="2151741333" sldId="259"/>
            <ac:spMk id="94" creationId="{00000000-0000-0000-0000-000000000000}"/>
          </ac:spMkLst>
        </pc:spChg>
        <pc:spChg chg="add del">
          <ac:chgData name="Angel Leonardo Bianco" userId="e6f7790cc0087d47" providerId="LiveId" clId="{E5F247F6-266A-4D80-94F9-2AAAD706993B}" dt="2023-02-15T20:46:23.074" v="58" actId="26606"/>
          <ac:spMkLst>
            <pc:docMk/>
            <pc:sldMk cId="2151741333" sldId="259"/>
            <ac:spMk id="99" creationId="{1A3C89F8-0D2F-47FF-B903-151248265F47}"/>
          </ac:spMkLst>
        </pc:spChg>
        <pc:spChg chg="add del">
          <ac:chgData name="Angel Leonardo Bianco" userId="e6f7790cc0087d47" providerId="LiveId" clId="{E5F247F6-266A-4D80-94F9-2AAAD706993B}" dt="2023-02-15T20:46:23.074" v="58" actId="26606"/>
          <ac:spMkLst>
            <pc:docMk/>
            <pc:sldMk cId="2151741333" sldId="259"/>
            <ac:spMk id="101" creationId="{C5CB530E-515E-412C-9DF1-5F8FFBD6F383}"/>
          </ac:spMkLst>
        </pc:spChg>
        <pc:spChg chg="add del">
          <ac:chgData name="Angel Leonardo Bianco" userId="e6f7790cc0087d47" providerId="LiveId" clId="{E5F247F6-266A-4D80-94F9-2AAAD706993B}" dt="2023-02-15T20:46:23.074" v="58" actId="26606"/>
          <ac:spMkLst>
            <pc:docMk/>
            <pc:sldMk cId="2151741333" sldId="259"/>
            <ac:spMk id="103" creationId="{712D4376-A578-4FF1-94FC-245E7A6A489F}"/>
          </ac:spMkLst>
        </pc:spChg>
        <pc:spChg chg="add del">
          <ac:chgData name="Angel Leonardo Bianco" userId="e6f7790cc0087d47" providerId="LiveId" clId="{E5F247F6-266A-4D80-94F9-2AAAD706993B}" dt="2023-02-15T20:46:23.074" v="58" actId="26606"/>
          <ac:spMkLst>
            <pc:docMk/>
            <pc:sldMk cId="2151741333" sldId="259"/>
            <ac:spMk id="105" creationId="{AEA7509D-F04F-40CB-A0B3-EEF16499CC9F}"/>
          </ac:spMkLst>
        </pc:spChg>
        <pc:spChg chg="add del">
          <ac:chgData name="Angel Leonardo Bianco" userId="e6f7790cc0087d47" providerId="LiveId" clId="{E5F247F6-266A-4D80-94F9-2AAAD706993B}" dt="2023-02-15T20:46:23.074" v="58" actId="26606"/>
          <ac:spMkLst>
            <pc:docMk/>
            <pc:sldMk cId="2151741333" sldId="259"/>
            <ac:spMk id="109" creationId="{508BEF50-7B1E-49A4-BC19-5F4F1D755E64}"/>
          </ac:spMkLst>
        </pc:spChg>
        <pc:spChg chg="add del">
          <ac:chgData name="Angel Leonardo Bianco" userId="e6f7790cc0087d47" providerId="LiveId" clId="{E5F247F6-266A-4D80-94F9-2AAAD706993B}" dt="2023-02-15T20:46:23.074" v="58" actId="26606"/>
          <ac:spMkLst>
            <pc:docMk/>
            <pc:sldMk cId="2151741333" sldId="259"/>
            <ac:spMk id="111" creationId="{3FBAD350-5664-4811-A208-657FB882D350}"/>
          </ac:spMkLst>
        </pc:spChg>
        <pc:spChg chg="add del">
          <ac:chgData name="Angel Leonardo Bianco" userId="e6f7790cc0087d47" providerId="LiveId" clId="{E5F247F6-266A-4D80-94F9-2AAAD706993B}" dt="2023-02-15T20:46:23.074" v="58" actId="26606"/>
          <ac:spMkLst>
            <pc:docMk/>
            <pc:sldMk cId="2151741333" sldId="259"/>
            <ac:spMk id="113" creationId="{C39ADB8F-D187-49D7-BDCF-C1B6DC727068}"/>
          </ac:spMkLst>
        </pc:spChg>
        <pc:spChg chg="add del">
          <ac:chgData name="Angel Leonardo Bianco" userId="e6f7790cc0087d47" providerId="LiveId" clId="{E5F247F6-266A-4D80-94F9-2AAAD706993B}" dt="2023-02-15T20:46:26.835" v="60" actId="26606"/>
          <ac:spMkLst>
            <pc:docMk/>
            <pc:sldMk cId="2151741333" sldId="259"/>
            <ac:spMk id="115" creationId="{943CAA20-3569-4189-9E48-239A229A86CA}"/>
          </ac:spMkLst>
        </pc:spChg>
        <pc:spChg chg="add del">
          <ac:chgData name="Angel Leonardo Bianco" userId="e6f7790cc0087d47" providerId="LiveId" clId="{E5F247F6-266A-4D80-94F9-2AAAD706993B}" dt="2023-02-15T20:46:26.835" v="60" actId="26606"/>
          <ac:spMkLst>
            <pc:docMk/>
            <pc:sldMk cId="2151741333" sldId="259"/>
            <ac:spMk id="116" creationId="{DA542B6D-E775-4832-91DC-2D20F857813A}"/>
          </ac:spMkLst>
        </pc:spChg>
        <pc:spChg chg="add del">
          <ac:chgData name="Angel Leonardo Bianco" userId="e6f7790cc0087d47" providerId="LiveId" clId="{E5F247F6-266A-4D80-94F9-2AAAD706993B}" dt="2023-02-15T20:46:47.750" v="69" actId="26606"/>
          <ac:spMkLst>
            <pc:docMk/>
            <pc:sldMk cId="2151741333" sldId="259"/>
            <ac:spMk id="117" creationId="{E07981EA-05A6-437C-88D7-B377B92B031D}"/>
          </ac:spMkLst>
        </pc:spChg>
        <pc:spChg chg="add del">
          <ac:chgData name="Angel Leonardo Bianco" userId="e6f7790cc0087d47" providerId="LiveId" clId="{E5F247F6-266A-4D80-94F9-2AAAD706993B}" dt="2023-02-15T20:46:47.750" v="69" actId="26606"/>
          <ac:spMkLst>
            <pc:docMk/>
            <pc:sldMk cId="2151741333" sldId="259"/>
            <ac:spMk id="118" creationId="{88294908-8B00-4F58-BBBA-20F71A40AA9E}"/>
          </ac:spMkLst>
        </pc:spChg>
        <pc:spChg chg="add del">
          <ac:chgData name="Angel Leonardo Bianco" userId="e6f7790cc0087d47" providerId="LiveId" clId="{E5F247F6-266A-4D80-94F9-2AAAD706993B}" dt="2023-02-15T20:46:47.750" v="69" actId="26606"/>
          <ac:spMkLst>
            <pc:docMk/>
            <pc:sldMk cId="2151741333" sldId="259"/>
            <ac:spMk id="119" creationId="{15E3C750-986E-4769-B1AE-49289FBEE757}"/>
          </ac:spMkLst>
        </pc:spChg>
        <pc:spChg chg="add del">
          <ac:chgData name="Angel Leonardo Bianco" userId="e6f7790cc0087d47" providerId="LiveId" clId="{E5F247F6-266A-4D80-94F9-2AAAD706993B}" dt="2023-02-15T20:46:47.750" v="69" actId="26606"/>
          <ac:spMkLst>
            <pc:docMk/>
            <pc:sldMk cId="2151741333" sldId="259"/>
            <ac:spMk id="120" creationId="{4364C879-1404-4203-8E9D-CC5DE0A621A2}"/>
          </ac:spMkLst>
        </pc:spChg>
        <pc:spChg chg="add del">
          <ac:chgData name="Angel Leonardo Bianco" userId="e6f7790cc0087d47" providerId="LiveId" clId="{E5F247F6-266A-4D80-94F9-2AAAD706993B}" dt="2023-02-15T20:46:47.750" v="69" actId="26606"/>
          <ac:spMkLst>
            <pc:docMk/>
            <pc:sldMk cId="2151741333" sldId="259"/>
            <ac:spMk id="121" creationId="{84617302-4B0D-4351-A6BB-6F0930D943AC}"/>
          </ac:spMkLst>
        </pc:spChg>
        <pc:spChg chg="add del">
          <ac:chgData name="Angel Leonardo Bianco" userId="e6f7790cc0087d47" providerId="LiveId" clId="{E5F247F6-266A-4D80-94F9-2AAAD706993B}" dt="2023-02-15T20:46:47.750" v="69" actId="26606"/>
          <ac:spMkLst>
            <pc:docMk/>
            <pc:sldMk cId="2151741333" sldId="259"/>
            <ac:spMk id="122" creationId="{DA2C7802-C2E0-4218-8F89-8DD7CCD2CD1C}"/>
          </ac:spMkLst>
        </pc:spChg>
        <pc:spChg chg="add del">
          <ac:chgData name="Angel Leonardo Bianco" userId="e6f7790cc0087d47" providerId="LiveId" clId="{E5F247F6-266A-4D80-94F9-2AAAD706993B}" dt="2023-02-15T20:46:47.750" v="69" actId="26606"/>
          <ac:spMkLst>
            <pc:docMk/>
            <pc:sldMk cId="2151741333" sldId="259"/>
            <ac:spMk id="123" creationId="{A6D7111A-21E5-4EE9-8A78-10E5530F0116}"/>
          </ac:spMkLst>
        </pc:spChg>
        <pc:spChg chg="add del">
          <ac:chgData name="Angel Leonardo Bianco" userId="e6f7790cc0087d47" providerId="LiveId" clId="{E5F247F6-266A-4D80-94F9-2AAAD706993B}" dt="2023-02-15T20:46:47.750" v="69" actId="26606"/>
          <ac:spMkLst>
            <pc:docMk/>
            <pc:sldMk cId="2151741333" sldId="259"/>
            <ac:spMk id="124" creationId="{A3969E80-A77B-49FC-9122-D89AFD5EE118}"/>
          </ac:spMkLst>
        </pc:spChg>
        <pc:spChg chg="add del">
          <ac:chgData name="Angel Leonardo Bianco" userId="e6f7790cc0087d47" providerId="LiveId" clId="{E5F247F6-266A-4D80-94F9-2AAAD706993B}" dt="2023-02-15T20:46:47.750" v="69" actId="26606"/>
          <ac:spMkLst>
            <pc:docMk/>
            <pc:sldMk cId="2151741333" sldId="259"/>
            <ac:spMk id="125" creationId="{1849CA57-76BD-4CF2-80BA-D7A46A01B7B1}"/>
          </ac:spMkLst>
        </pc:spChg>
        <pc:spChg chg="add del">
          <ac:chgData name="Angel Leonardo Bianco" userId="e6f7790cc0087d47" providerId="LiveId" clId="{E5F247F6-266A-4D80-94F9-2AAAD706993B}" dt="2023-02-15T20:46:47.750" v="69" actId="26606"/>
          <ac:spMkLst>
            <pc:docMk/>
            <pc:sldMk cId="2151741333" sldId="259"/>
            <ac:spMk id="126" creationId="{35E9085E-E730-4768-83D4-6CB7E9897153}"/>
          </ac:spMkLst>
        </pc:spChg>
        <pc:spChg chg="add del">
          <ac:chgData name="Angel Leonardo Bianco" userId="e6f7790cc0087d47" providerId="LiveId" clId="{E5F247F6-266A-4D80-94F9-2AAAD706993B}" dt="2023-02-15T20:46:47.750" v="69" actId="26606"/>
          <ac:spMkLst>
            <pc:docMk/>
            <pc:sldMk cId="2151741333" sldId="259"/>
            <ac:spMk id="127" creationId="{973272FE-A474-4CAE-8CA2-BCC8B476C3F4}"/>
          </ac:spMkLst>
        </pc:spChg>
        <pc:spChg chg="add del">
          <ac:chgData name="Angel Leonardo Bianco" userId="e6f7790cc0087d47" providerId="LiveId" clId="{E5F247F6-266A-4D80-94F9-2AAAD706993B}" dt="2023-02-15T20:46:46.352" v="66" actId="26606"/>
          <ac:spMkLst>
            <pc:docMk/>
            <pc:sldMk cId="2151741333" sldId="259"/>
            <ac:spMk id="132" creationId="{2B566528-1B12-4246-9431-5C2D7D081168}"/>
          </ac:spMkLst>
        </pc:spChg>
        <pc:spChg chg="add del">
          <ac:chgData name="Angel Leonardo Bianco" userId="e6f7790cc0087d47" providerId="LiveId" clId="{E5F247F6-266A-4D80-94F9-2AAAD706993B}" dt="2023-02-15T20:46:46.352" v="66" actId="26606"/>
          <ac:spMkLst>
            <pc:docMk/>
            <pc:sldMk cId="2151741333" sldId="259"/>
            <ac:spMk id="134" creationId="{2E80C965-DB6D-4F81-9E9E-B027384D0BD6}"/>
          </ac:spMkLst>
        </pc:spChg>
        <pc:spChg chg="add del">
          <ac:chgData name="Angel Leonardo Bianco" userId="e6f7790cc0087d47" providerId="LiveId" clId="{E5F247F6-266A-4D80-94F9-2AAAD706993B}" dt="2023-02-15T20:46:46.352" v="66" actId="26606"/>
          <ac:spMkLst>
            <pc:docMk/>
            <pc:sldMk cId="2151741333" sldId="259"/>
            <ac:spMk id="136" creationId="{A580F890-B085-4E95-96AA-55AEBEC5CE6E}"/>
          </ac:spMkLst>
        </pc:spChg>
        <pc:spChg chg="add del">
          <ac:chgData name="Angel Leonardo Bianco" userId="e6f7790cc0087d47" providerId="LiveId" clId="{E5F247F6-266A-4D80-94F9-2AAAD706993B}" dt="2023-02-15T20:46:46.352" v="66" actId="26606"/>
          <ac:spMkLst>
            <pc:docMk/>
            <pc:sldMk cId="2151741333" sldId="259"/>
            <ac:spMk id="138" creationId="{D3F51FEB-38FB-4F6C-9F7B-2F2AFAB65463}"/>
          </ac:spMkLst>
        </pc:spChg>
        <pc:spChg chg="add del">
          <ac:chgData name="Angel Leonardo Bianco" userId="e6f7790cc0087d47" providerId="LiveId" clId="{E5F247F6-266A-4D80-94F9-2AAAD706993B}" dt="2023-02-15T20:46:46.352" v="66" actId="26606"/>
          <ac:spMkLst>
            <pc:docMk/>
            <pc:sldMk cId="2151741333" sldId="259"/>
            <ac:spMk id="140" creationId="{1E547BA6-BAE0-43BB-A7CA-60F69CE252F0}"/>
          </ac:spMkLst>
        </pc:spChg>
        <pc:spChg chg="add del">
          <ac:chgData name="Angel Leonardo Bianco" userId="e6f7790cc0087d47" providerId="LiveId" clId="{E5F247F6-266A-4D80-94F9-2AAAD706993B}" dt="2023-02-15T20:46:47.744" v="68" actId="26606"/>
          <ac:spMkLst>
            <pc:docMk/>
            <pc:sldMk cId="2151741333" sldId="259"/>
            <ac:spMk id="142" creationId="{9E914C83-E0D8-4953-92D5-169D28CB43AE}"/>
          </ac:spMkLst>
        </pc:spChg>
        <pc:spChg chg="add del">
          <ac:chgData name="Angel Leonardo Bianco" userId="e6f7790cc0087d47" providerId="LiveId" clId="{E5F247F6-266A-4D80-94F9-2AAAD706993B}" dt="2023-02-15T20:46:47.744" v="68" actId="26606"/>
          <ac:spMkLst>
            <pc:docMk/>
            <pc:sldMk cId="2151741333" sldId="259"/>
            <ac:spMk id="143" creationId="{46D6306C-ED4F-4AAE-B4A5-EEA6AFAD726E}"/>
          </ac:spMkLst>
        </pc:spChg>
        <pc:spChg chg="add del">
          <ac:chgData name="Angel Leonardo Bianco" userId="e6f7790cc0087d47" providerId="LiveId" clId="{E5F247F6-266A-4D80-94F9-2AAAD706993B}" dt="2023-02-15T20:46:47.744" v="68" actId="26606"/>
          <ac:spMkLst>
            <pc:docMk/>
            <pc:sldMk cId="2151741333" sldId="259"/>
            <ac:spMk id="144" creationId="{3512E083-F550-46AF-8490-767ECFD00CB7}"/>
          </ac:spMkLst>
        </pc:spChg>
        <pc:spChg chg="add del">
          <ac:chgData name="Angel Leonardo Bianco" userId="e6f7790cc0087d47" providerId="LiveId" clId="{E5F247F6-266A-4D80-94F9-2AAAD706993B}" dt="2023-02-15T20:46:47.744" v="68" actId="26606"/>
          <ac:spMkLst>
            <pc:docMk/>
            <pc:sldMk cId="2151741333" sldId="259"/>
            <ac:spMk id="145" creationId="{0EC5361D-F897-4856-B945-0455A365EB24}"/>
          </ac:spMkLst>
        </pc:spChg>
        <pc:spChg chg="add del">
          <ac:chgData name="Angel Leonardo Bianco" userId="e6f7790cc0087d47" providerId="LiveId" clId="{E5F247F6-266A-4D80-94F9-2AAAD706993B}" dt="2023-02-15T20:46:47.744" v="68" actId="26606"/>
          <ac:spMkLst>
            <pc:docMk/>
            <pc:sldMk cId="2151741333" sldId="259"/>
            <ac:spMk id="146" creationId="{4508C0C5-2268-42B5-B3C8-4D0899E05F8C}"/>
          </ac:spMkLst>
        </pc:spChg>
        <pc:spChg chg="add del">
          <ac:chgData name="Angel Leonardo Bianco" userId="e6f7790cc0087d47" providerId="LiveId" clId="{E5F247F6-266A-4D80-94F9-2AAAD706993B}" dt="2023-02-15T20:46:47.744" v="68" actId="26606"/>
          <ac:spMkLst>
            <pc:docMk/>
            <pc:sldMk cId="2151741333" sldId="259"/>
            <ac:spMk id="147" creationId="{141ACBDB-38F8-4B34-8183-BD95B4E55A62}"/>
          </ac:spMkLst>
        </pc:spChg>
        <pc:spChg chg="add del">
          <ac:chgData name="Angel Leonardo Bianco" userId="e6f7790cc0087d47" providerId="LiveId" clId="{E5F247F6-266A-4D80-94F9-2AAAD706993B}" dt="2023-02-15T20:46:47.744" v="68" actId="26606"/>
          <ac:spMkLst>
            <pc:docMk/>
            <pc:sldMk cId="2151741333" sldId="259"/>
            <ac:spMk id="148" creationId="{DE00DB52-3455-4E2F-867B-A6D0516E175B}"/>
          </ac:spMkLst>
        </pc:spChg>
        <pc:spChg chg="add del">
          <ac:chgData name="Angel Leonardo Bianco" userId="e6f7790cc0087d47" providerId="LiveId" clId="{E5F247F6-266A-4D80-94F9-2AAAD706993B}" dt="2023-02-15T20:47:50.412" v="72"/>
          <ac:spMkLst>
            <pc:docMk/>
            <pc:sldMk cId="2151741333" sldId="259"/>
            <ac:spMk id="150" creationId="{2B566528-1B12-4246-9431-5C2D7D081168}"/>
          </ac:spMkLst>
        </pc:spChg>
        <pc:spChg chg="add del">
          <ac:chgData name="Angel Leonardo Bianco" userId="e6f7790cc0087d47" providerId="LiveId" clId="{E5F247F6-266A-4D80-94F9-2AAAD706993B}" dt="2023-02-15T20:47:50.412" v="72"/>
          <ac:spMkLst>
            <pc:docMk/>
            <pc:sldMk cId="2151741333" sldId="259"/>
            <ac:spMk id="151" creationId="{2E80C965-DB6D-4F81-9E9E-B027384D0BD6}"/>
          </ac:spMkLst>
        </pc:spChg>
        <pc:spChg chg="add del">
          <ac:chgData name="Angel Leonardo Bianco" userId="e6f7790cc0087d47" providerId="LiveId" clId="{E5F247F6-266A-4D80-94F9-2AAAD706993B}" dt="2023-02-15T20:47:50.412" v="72"/>
          <ac:spMkLst>
            <pc:docMk/>
            <pc:sldMk cId="2151741333" sldId="259"/>
            <ac:spMk id="152" creationId="{A580F890-B085-4E95-96AA-55AEBEC5CE6E}"/>
          </ac:spMkLst>
        </pc:spChg>
        <pc:spChg chg="add del">
          <ac:chgData name="Angel Leonardo Bianco" userId="e6f7790cc0087d47" providerId="LiveId" clId="{E5F247F6-266A-4D80-94F9-2AAAD706993B}" dt="2023-02-15T20:47:50.412" v="72"/>
          <ac:spMkLst>
            <pc:docMk/>
            <pc:sldMk cId="2151741333" sldId="259"/>
            <ac:spMk id="153" creationId="{D3F51FEB-38FB-4F6C-9F7B-2F2AFAB65463}"/>
          </ac:spMkLst>
        </pc:spChg>
        <pc:spChg chg="add del">
          <ac:chgData name="Angel Leonardo Bianco" userId="e6f7790cc0087d47" providerId="LiveId" clId="{E5F247F6-266A-4D80-94F9-2AAAD706993B}" dt="2023-02-15T20:47:50.412" v="72"/>
          <ac:spMkLst>
            <pc:docMk/>
            <pc:sldMk cId="2151741333" sldId="259"/>
            <ac:spMk id="154" creationId="{1E547BA6-BAE0-43BB-A7CA-60F69CE252F0}"/>
          </ac:spMkLst>
        </pc:spChg>
        <pc:picChg chg="mod">
          <ac:chgData name="Angel Leonardo Bianco" userId="e6f7790cc0087d47" providerId="LiveId" clId="{E5F247F6-266A-4D80-94F9-2AAAD706993B}" dt="2023-02-15T20:46:52.006" v="70" actId="27614"/>
          <ac:picMkLst>
            <pc:docMk/>
            <pc:sldMk cId="2151741333" sldId="259"/>
            <ac:picMk id="93" creationId="{00000000-0000-0000-0000-000000000000}"/>
          </ac:picMkLst>
        </pc:picChg>
        <pc:cxnChg chg="add del">
          <ac:chgData name="Angel Leonardo Bianco" userId="e6f7790cc0087d47" providerId="LiveId" clId="{E5F247F6-266A-4D80-94F9-2AAAD706993B}" dt="2023-02-15T20:46:23.074" v="58" actId="26606"/>
          <ac:cxnSpMkLst>
            <pc:docMk/>
            <pc:sldMk cId="2151741333" sldId="259"/>
            <ac:cxnSpMk id="107" creationId="{56020367-4FD5-4596-8E10-C5F095CD8DBF}"/>
          </ac:cxnSpMkLst>
        </pc:cxnChg>
      </pc:sldChg>
      <pc:sldChg chg="addSp modSp add mod">
        <pc:chgData name="Angel Leonardo Bianco" userId="e6f7790cc0087d47" providerId="LiveId" clId="{E5F247F6-266A-4D80-94F9-2AAAD706993B}" dt="2023-02-15T20:48:24.165" v="92" actId="1076"/>
        <pc:sldMkLst>
          <pc:docMk/>
          <pc:sldMk cId="1734750257" sldId="260"/>
        </pc:sldMkLst>
        <pc:spChg chg="add mod">
          <ac:chgData name="Angel Leonardo Bianco" userId="e6f7790cc0087d47" providerId="LiveId" clId="{E5F247F6-266A-4D80-94F9-2AAAD706993B}" dt="2023-02-15T20:48:24.165" v="92" actId="1076"/>
          <ac:spMkLst>
            <pc:docMk/>
            <pc:sldMk cId="1734750257" sldId="260"/>
            <ac:spMk id="2" creationId="{955A3586-E540-4E47-1BF7-34E74C962E68}"/>
          </ac:spMkLst>
        </pc:spChg>
      </pc:sldChg>
      <pc:sldChg chg="addSp modSp add mod">
        <pc:chgData name="Angel Leonardo Bianco" userId="e6f7790cc0087d47" providerId="LiveId" clId="{E5F247F6-266A-4D80-94F9-2AAAD706993B}" dt="2023-02-15T20:50:08.298" v="102" actId="1076"/>
        <pc:sldMkLst>
          <pc:docMk/>
          <pc:sldMk cId="16136937" sldId="261"/>
        </pc:sldMkLst>
        <pc:spChg chg="add mod">
          <ac:chgData name="Angel Leonardo Bianco" userId="e6f7790cc0087d47" providerId="LiveId" clId="{E5F247F6-266A-4D80-94F9-2AAAD706993B}" dt="2023-02-15T20:48:53.102" v="97" actId="113"/>
          <ac:spMkLst>
            <pc:docMk/>
            <pc:sldMk cId="16136937" sldId="261"/>
            <ac:spMk id="2" creationId="{5ED1A804-FC22-22A9-98A4-21DF00AE67B3}"/>
          </ac:spMkLst>
        </pc:spChg>
        <pc:picChg chg="add mod">
          <ac:chgData name="Angel Leonardo Bianco" userId="e6f7790cc0087d47" providerId="LiveId" clId="{E5F247F6-266A-4D80-94F9-2AAAD706993B}" dt="2023-02-15T20:50:08.298" v="102" actId="1076"/>
          <ac:picMkLst>
            <pc:docMk/>
            <pc:sldMk cId="16136937" sldId="261"/>
            <ac:picMk id="4" creationId="{B4CF0DAA-101A-5569-1B44-00B81A7F72CB}"/>
          </ac:picMkLst>
        </pc:picChg>
      </pc:sldChg>
      <pc:sldChg chg="addSp modSp add mod">
        <pc:chgData name="Angel Leonardo Bianco" userId="e6f7790cc0087d47" providerId="LiveId" clId="{E5F247F6-266A-4D80-94F9-2AAAD706993B}" dt="2023-02-15T21:01:09.132" v="161" actId="1076"/>
        <pc:sldMkLst>
          <pc:docMk/>
          <pc:sldMk cId="126584144" sldId="262"/>
        </pc:sldMkLst>
        <pc:spChg chg="add mod">
          <ac:chgData name="Angel Leonardo Bianco" userId="e6f7790cc0087d47" providerId="LiveId" clId="{E5F247F6-266A-4D80-94F9-2AAAD706993B}" dt="2023-02-15T21:01:09.132" v="161" actId="1076"/>
          <ac:spMkLst>
            <pc:docMk/>
            <pc:sldMk cId="126584144" sldId="262"/>
            <ac:spMk id="2" creationId="{8427B740-B015-70F9-1A58-59C23F314C20}"/>
          </ac:spMkLst>
        </pc:spChg>
      </pc:sldChg>
      <pc:sldChg chg="addSp delSp modSp add mod">
        <pc:chgData name="Angel Leonardo Bianco" userId="e6f7790cc0087d47" providerId="LiveId" clId="{E5F247F6-266A-4D80-94F9-2AAAD706993B}" dt="2023-02-15T20:51:22.723" v="113" actId="1076"/>
        <pc:sldMkLst>
          <pc:docMk/>
          <pc:sldMk cId="2557904834" sldId="263"/>
        </pc:sldMkLst>
        <pc:spChg chg="mod">
          <ac:chgData name="Angel Leonardo Bianco" userId="e6f7790cc0087d47" providerId="LiveId" clId="{E5F247F6-266A-4D80-94F9-2AAAD706993B}" dt="2023-02-15T20:50:35.086" v="107" actId="114"/>
          <ac:spMkLst>
            <pc:docMk/>
            <pc:sldMk cId="2557904834" sldId="263"/>
            <ac:spMk id="2" creationId="{5ED1A804-FC22-22A9-98A4-21DF00AE67B3}"/>
          </ac:spMkLst>
        </pc:spChg>
        <pc:picChg chg="del">
          <ac:chgData name="Angel Leonardo Bianco" userId="e6f7790cc0087d47" providerId="LiveId" clId="{E5F247F6-266A-4D80-94F9-2AAAD706993B}" dt="2023-02-15T20:50:38.117" v="108" actId="478"/>
          <ac:picMkLst>
            <pc:docMk/>
            <pc:sldMk cId="2557904834" sldId="263"/>
            <ac:picMk id="4" creationId="{B4CF0DAA-101A-5569-1B44-00B81A7F72CB}"/>
          </ac:picMkLst>
        </pc:picChg>
        <pc:picChg chg="add mod">
          <ac:chgData name="Angel Leonardo Bianco" userId="e6f7790cc0087d47" providerId="LiveId" clId="{E5F247F6-266A-4D80-94F9-2AAAD706993B}" dt="2023-02-15T20:51:22.723" v="113" actId="1076"/>
          <ac:picMkLst>
            <pc:docMk/>
            <pc:sldMk cId="2557904834" sldId="263"/>
            <ac:picMk id="5" creationId="{94858E65-2B9E-7973-2C70-A615A8A9E614}"/>
          </ac:picMkLst>
        </pc:picChg>
      </pc:sldChg>
      <pc:sldChg chg="addSp modSp add mod">
        <pc:chgData name="Angel Leonardo Bianco" userId="e6f7790cc0087d47" providerId="LiveId" clId="{E5F247F6-266A-4D80-94F9-2AAAD706993B}" dt="2023-02-15T20:53:07.743" v="124" actId="14100"/>
        <pc:sldMkLst>
          <pc:docMk/>
          <pc:sldMk cId="3026954140" sldId="264"/>
        </pc:sldMkLst>
        <pc:spChg chg="mod">
          <ac:chgData name="Angel Leonardo Bianco" userId="e6f7790cc0087d47" providerId="LiveId" clId="{E5F247F6-266A-4D80-94F9-2AAAD706993B}" dt="2023-02-15T20:51:48.429" v="118" actId="114"/>
          <ac:spMkLst>
            <pc:docMk/>
            <pc:sldMk cId="3026954140" sldId="264"/>
            <ac:spMk id="2" creationId="{5ED1A804-FC22-22A9-98A4-21DF00AE67B3}"/>
          </ac:spMkLst>
        </pc:spChg>
        <pc:spChg chg="add mod">
          <ac:chgData name="Angel Leonardo Bianco" userId="e6f7790cc0087d47" providerId="LiveId" clId="{E5F247F6-266A-4D80-94F9-2AAAD706993B}" dt="2023-02-15T20:52:52.350" v="120" actId="14826"/>
          <ac:spMkLst>
            <pc:docMk/>
            <pc:sldMk cId="3026954140" sldId="264"/>
            <ac:spMk id="3" creationId="{7EC76B4C-2EC2-F7EF-2C08-DDD8865F99F0}"/>
          </ac:spMkLst>
        </pc:spChg>
        <pc:picChg chg="mod">
          <ac:chgData name="Angel Leonardo Bianco" userId="e6f7790cc0087d47" providerId="LiveId" clId="{E5F247F6-266A-4D80-94F9-2AAAD706993B}" dt="2023-02-15T20:53:07.743" v="124" actId="14100"/>
          <ac:picMkLst>
            <pc:docMk/>
            <pc:sldMk cId="3026954140" sldId="264"/>
            <ac:picMk id="5" creationId="{94858E65-2B9E-7973-2C70-A615A8A9E614}"/>
          </ac:picMkLst>
        </pc:picChg>
      </pc:sldChg>
      <pc:sldChg chg="modSp add mod">
        <pc:chgData name="Angel Leonardo Bianco" userId="e6f7790cc0087d47" providerId="LiveId" clId="{E5F247F6-266A-4D80-94F9-2AAAD706993B}" dt="2023-02-15T20:54:00.478" v="130" actId="14826"/>
        <pc:sldMkLst>
          <pc:docMk/>
          <pc:sldMk cId="1233863965" sldId="265"/>
        </pc:sldMkLst>
        <pc:spChg chg="mod">
          <ac:chgData name="Angel Leonardo Bianco" userId="e6f7790cc0087d47" providerId="LiveId" clId="{E5F247F6-266A-4D80-94F9-2AAAD706993B}" dt="2023-02-15T20:53:32.395" v="129" actId="114"/>
          <ac:spMkLst>
            <pc:docMk/>
            <pc:sldMk cId="1233863965" sldId="265"/>
            <ac:spMk id="2" creationId="{5ED1A804-FC22-22A9-98A4-21DF00AE67B3}"/>
          </ac:spMkLst>
        </pc:spChg>
        <pc:spChg chg="mod">
          <ac:chgData name="Angel Leonardo Bianco" userId="e6f7790cc0087d47" providerId="LiveId" clId="{E5F247F6-266A-4D80-94F9-2AAAD706993B}" dt="2023-02-15T20:54:00.478" v="130" actId="14826"/>
          <ac:spMkLst>
            <pc:docMk/>
            <pc:sldMk cId="1233863965" sldId="265"/>
            <ac:spMk id="3" creationId="{7EC76B4C-2EC2-F7EF-2C08-DDD8865F99F0}"/>
          </ac:spMkLst>
        </pc:spChg>
        <pc:picChg chg="mod">
          <ac:chgData name="Angel Leonardo Bianco" userId="e6f7790cc0087d47" providerId="LiveId" clId="{E5F247F6-266A-4D80-94F9-2AAAD706993B}" dt="2023-02-15T20:54:00.478" v="130" actId="14826"/>
          <ac:picMkLst>
            <pc:docMk/>
            <pc:sldMk cId="1233863965" sldId="265"/>
            <ac:picMk id="5" creationId="{94858E65-2B9E-7973-2C70-A615A8A9E614}"/>
          </ac:picMkLst>
        </pc:picChg>
      </pc:sldChg>
      <pc:sldChg chg="addSp delSp modSp add mod">
        <pc:chgData name="Angel Leonardo Bianco" userId="e6f7790cc0087d47" providerId="LiveId" clId="{E5F247F6-266A-4D80-94F9-2AAAD706993B}" dt="2023-02-15T20:56:32.946" v="144" actId="1076"/>
        <pc:sldMkLst>
          <pc:docMk/>
          <pc:sldMk cId="4007288696" sldId="266"/>
        </pc:sldMkLst>
        <pc:spChg chg="mod">
          <ac:chgData name="Angel Leonardo Bianco" userId="e6f7790cc0087d47" providerId="LiveId" clId="{E5F247F6-266A-4D80-94F9-2AAAD706993B}" dt="2023-02-15T20:54:26.608" v="135" actId="114"/>
          <ac:spMkLst>
            <pc:docMk/>
            <pc:sldMk cId="4007288696" sldId="266"/>
            <ac:spMk id="2" creationId="{5ED1A804-FC22-22A9-98A4-21DF00AE67B3}"/>
          </ac:spMkLst>
        </pc:spChg>
        <pc:spChg chg="del mod">
          <ac:chgData name="Angel Leonardo Bianco" userId="e6f7790cc0087d47" providerId="LiveId" clId="{E5F247F6-266A-4D80-94F9-2AAAD706993B}" dt="2023-02-15T20:55:17.880" v="138" actId="478"/>
          <ac:spMkLst>
            <pc:docMk/>
            <pc:sldMk cId="4007288696" sldId="266"/>
            <ac:spMk id="3" creationId="{7EC76B4C-2EC2-F7EF-2C08-DDD8865F99F0}"/>
          </ac:spMkLst>
        </pc:spChg>
        <pc:picChg chg="del mod">
          <ac:chgData name="Angel Leonardo Bianco" userId="e6f7790cc0087d47" providerId="LiveId" clId="{E5F247F6-266A-4D80-94F9-2AAAD706993B}" dt="2023-02-15T20:55:14.632" v="137" actId="478"/>
          <ac:picMkLst>
            <pc:docMk/>
            <pc:sldMk cId="4007288696" sldId="266"/>
            <ac:picMk id="5" creationId="{94858E65-2B9E-7973-2C70-A615A8A9E614}"/>
          </ac:picMkLst>
        </pc:picChg>
        <pc:picChg chg="add mod">
          <ac:chgData name="Angel Leonardo Bianco" userId="e6f7790cc0087d47" providerId="LiveId" clId="{E5F247F6-266A-4D80-94F9-2AAAD706993B}" dt="2023-02-15T20:56:32.946" v="144" actId="1076"/>
          <ac:picMkLst>
            <pc:docMk/>
            <pc:sldMk cId="4007288696" sldId="266"/>
            <ac:picMk id="6" creationId="{370424C0-69FC-D077-F630-8BE6B83DD818}"/>
          </ac:picMkLst>
        </pc:picChg>
      </pc:sldChg>
      <pc:sldChg chg="modSp add mod">
        <pc:chgData name="Angel Leonardo Bianco" userId="e6f7790cc0087d47" providerId="LiveId" clId="{E5F247F6-266A-4D80-94F9-2AAAD706993B}" dt="2023-02-15T20:57:07.703" v="149" actId="114"/>
        <pc:sldMkLst>
          <pc:docMk/>
          <pc:sldMk cId="1196472501" sldId="267"/>
        </pc:sldMkLst>
        <pc:spChg chg="mod">
          <ac:chgData name="Angel Leonardo Bianco" userId="e6f7790cc0087d47" providerId="LiveId" clId="{E5F247F6-266A-4D80-94F9-2AAAD706993B}" dt="2023-02-15T20:57:07.703" v="149" actId="114"/>
          <ac:spMkLst>
            <pc:docMk/>
            <pc:sldMk cId="1196472501" sldId="267"/>
            <ac:spMk id="2" creationId="{5ED1A804-FC22-22A9-98A4-21DF00AE67B3}"/>
          </ac:spMkLst>
        </pc:spChg>
      </pc:sldChg>
      <pc:sldChg chg="addSp delSp modSp add mod">
        <pc:chgData name="Angel Leonardo Bianco" userId="e6f7790cc0087d47" providerId="LiveId" clId="{E5F247F6-266A-4D80-94F9-2AAAD706993B}" dt="2023-02-15T21:04:56.758" v="184" actId="1076"/>
        <pc:sldMkLst>
          <pc:docMk/>
          <pc:sldMk cId="425310204" sldId="268"/>
        </pc:sldMkLst>
        <pc:spChg chg="del">
          <ac:chgData name="Angel Leonardo Bianco" userId="e6f7790cc0087d47" providerId="LiveId" clId="{E5F247F6-266A-4D80-94F9-2AAAD706993B}" dt="2023-02-15T21:01:17.434" v="163" actId="478"/>
          <ac:spMkLst>
            <pc:docMk/>
            <pc:sldMk cId="425310204" sldId="268"/>
            <ac:spMk id="2" creationId="{8427B740-B015-70F9-1A58-59C23F314C20}"/>
          </ac:spMkLst>
        </pc:spChg>
        <pc:spChg chg="add del mod">
          <ac:chgData name="Angel Leonardo Bianco" userId="e6f7790cc0087d47" providerId="LiveId" clId="{E5F247F6-266A-4D80-94F9-2AAAD706993B}" dt="2023-02-15T21:02:32.716" v="174"/>
          <ac:spMkLst>
            <pc:docMk/>
            <pc:sldMk cId="425310204" sldId="268"/>
            <ac:spMk id="3" creationId="{691A43C8-B75C-1272-7B87-8D7615EF7C15}"/>
          </ac:spMkLst>
        </pc:spChg>
        <pc:spChg chg="add mod">
          <ac:chgData name="Angel Leonardo Bianco" userId="e6f7790cc0087d47" providerId="LiveId" clId="{E5F247F6-266A-4D80-94F9-2AAAD706993B}" dt="2023-02-15T21:02:58.596" v="179" actId="113"/>
          <ac:spMkLst>
            <pc:docMk/>
            <pc:sldMk cId="425310204" sldId="268"/>
            <ac:spMk id="4" creationId="{A03B032D-20B6-E18F-11A1-DCF4F895B940}"/>
          </ac:spMkLst>
        </pc:spChg>
        <pc:picChg chg="add mod">
          <ac:chgData name="Angel Leonardo Bianco" userId="e6f7790cc0087d47" providerId="LiveId" clId="{E5F247F6-266A-4D80-94F9-2AAAD706993B}" dt="2023-02-15T21:04:56.758" v="184" actId="1076"/>
          <ac:picMkLst>
            <pc:docMk/>
            <pc:sldMk cId="425310204" sldId="268"/>
            <ac:picMk id="6" creationId="{A5957607-1AC6-C660-AF3A-1B2B6614FC4C}"/>
          </ac:picMkLst>
        </pc:picChg>
      </pc:sldChg>
      <pc:sldChg chg="addSp modSp add mod modAnim">
        <pc:chgData name="Angel Leonardo Bianco" userId="e6f7790cc0087d47" providerId="LiveId" clId="{E5F247F6-266A-4D80-94F9-2AAAD706993B}" dt="2023-02-15T21:17:51.716" v="266"/>
        <pc:sldMkLst>
          <pc:docMk/>
          <pc:sldMk cId="569082443" sldId="269"/>
        </pc:sldMkLst>
        <pc:picChg chg="add mod">
          <ac:chgData name="Angel Leonardo Bianco" userId="e6f7790cc0087d47" providerId="LiveId" clId="{E5F247F6-266A-4D80-94F9-2AAAD706993B}" dt="2023-02-15T21:16:38.459" v="257" actId="1076"/>
          <ac:picMkLst>
            <pc:docMk/>
            <pc:sldMk cId="569082443" sldId="269"/>
            <ac:picMk id="3" creationId="{006C4E54-ADAA-0266-D833-2AD21D305FBD}"/>
          </ac:picMkLst>
        </pc:picChg>
        <pc:picChg chg="add mod">
          <ac:chgData name="Angel Leonardo Bianco" userId="e6f7790cc0087d47" providerId="LiveId" clId="{E5F247F6-266A-4D80-94F9-2AAAD706993B}" dt="2023-02-15T21:17:44.150" v="264" actId="1076"/>
          <ac:picMkLst>
            <pc:docMk/>
            <pc:sldMk cId="569082443" sldId="269"/>
            <ac:picMk id="5" creationId="{9E2DA52A-F41B-C7EA-0C8B-0274CCE3A9B5}"/>
          </ac:picMkLst>
        </pc:picChg>
      </pc:sldChg>
      <pc:sldChg chg="addSp add mod">
        <pc:chgData name="Angel Leonardo Bianco" userId="e6f7790cc0087d47" providerId="LiveId" clId="{E5F247F6-266A-4D80-94F9-2AAAD706993B}" dt="2023-02-15T23:14:40.476" v="267" actId="22"/>
        <pc:sldMkLst>
          <pc:docMk/>
          <pc:sldMk cId="3249411806" sldId="270"/>
        </pc:sldMkLst>
        <pc:picChg chg="add">
          <ac:chgData name="Angel Leonardo Bianco" userId="e6f7790cc0087d47" providerId="LiveId" clId="{E5F247F6-266A-4D80-94F9-2AAAD706993B}" dt="2023-02-15T23:14:40.476" v="267" actId="22"/>
          <ac:picMkLst>
            <pc:docMk/>
            <pc:sldMk cId="3249411806" sldId="270"/>
            <ac:picMk id="3" creationId="{087B5914-ABD3-4E56-DF36-A70E7964E3A5}"/>
          </ac:picMkLst>
        </pc:picChg>
      </pc:sldChg>
      <pc:sldChg chg="addSp add mod">
        <pc:chgData name="Angel Leonardo Bianco" userId="e6f7790cc0087d47" providerId="LiveId" clId="{E5F247F6-266A-4D80-94F9-2AAAD706993B}" dt="2023-02-15T23:18:04.609" v="268" actId="22"/>
        <pc:sldMkLst>
          <pc:docMk/>
          <pc:sldMk cId="1373090202" sldId="271"/>
        </pc:sldMkLst>
        <pc:picChg chg="add">
          <ac:chgData name="Angel Leonardo Bianco" userId="e6f7790cc0087d47" providerId="LiveId" clId="{E5F247F6-266A-4D80-94F9-2AAAD706993B}" dt="2023-02-15T23:18:04.609" v="268" actId="22"/>
          <ac:picMkLst>
            <pc:docMk/>
            <pc:sldMk cId="1373090202" sldId="271"/>
            <ac:picMk id="3" creationId="{091EE758-706B-2F21-9FE3-29A71C8307EA}"/>
          </ac:picMkLst>
        </pc:picChg>
      </pc:sldChg>
      <pc:sldChg chg="add">
        <pc:chgData name="Angel Leonardo Bianco" userId="e6f7790cc0087d47" providerId="LiveId" clId="{E5F247F6-266A-4D80-94F9-2AAAD706993B}" dt="2023-02-15T21:01:20.623" v="167"/>
        <pc:sldMkLst>
          <pc:docMk/>
          <pc:sldMk cId="1236854740" sldId="272"/>
        </pc:sldMkLst>
      </pc:sldChg>
      <pc:sldChg chg="add">
        <pc:chgData name="Angel Leonardo Bianco" userId="e6f7790cc0087d47" providerId="LiveId" clId="{E5F247F6-266A-4D80-94F9-2AAAD706993B}" dt="2023-02-15T21:01:20.799" v="168"/>
        <pc:sldMkLst>
          <pc:docMk/>
          <pc:sldMk cId="1151624503" sldId="273"/>
        </pc:sldMkLst>
      </pc:sldChg>
      <pc:sldChg chg="add">
        <pc:chgData name="Angel Leonardo Bianco" userId="e6f7790cc0087d47" providerId="LiveId" clId="{E5F247F6-266A-4D80-94F9-2AAAD706993B}" dt="2023-02-15T21:01:20.983" v="169"/>
        <pc:sldMkLst>
          <pc:docMk/>
          <pc:sldMk cId="2691098865" sldId="274"/>
        </pc:sldMkLst>
      </pc:sldChg>
      <pc:sldChg chg="add">
        <pc:chgData name="Angel Leonardo Bianco" userId="e6f7790cc0087d47" providerId="LiveId" clId="{E5F247F6-266A-4D80-94F9-2AAAD706993B}" dt="2023-02-15T21:01:21.247" v="170"/>
        <pc:sldMkLst>
          <pc:docMk/>
          <pc:sldMk cId="3962846143" sldId="275"/>
        </pc:sldMkLst>
      </pc:sldChg>
      <pc:sldChg chg="addSp modSp add mod">
        <pc:chgData name="Angel Leonardo Bianco" userId="e6f7790cc0087d47" providerId="LiveId" clId="{E5F247F6-266A-4D80-94F9-2AAAD706993B}" dt="2023-02-15T21:06:58.771" v="197" actId="962"/>
        <pc:sldMkLst>
          <pc:docMk/>
          <pc:sldMk cId="1960001934" sldId="276"/>
        </pc:sldMkLst>
        <pc:picChg chg="add mod">
          <ac:chgData name="Angel Leonardo Bianco" userId="e6f7790cc0087d47" providerId="LiveId" clId="{E5F247F6-266A-4D80-94F9-2AAAD706993B}" dt="2023-02-15T21:06:58.771" v="197" actId="962"/>
          <ac:picMkLst>
            <pc:docMk/>
            <pc:sldMk cId="1960001934" sldId="276"/>
            <ac:picMk id="3" creationId="{BCF864E3-E686-DBD9-3421-F9FBE124A386}"/>
          </ac:picMkLst>
        </pc:picChg>
      </pc:sldChg>
      <pc:sldChg chg="addSp delSp modSp add mod">
        <pc:chgData name="Angel Leonardo Bianco" userId="e6f7790cc0087d47" providerId="LiveId" clId="{E5F247F6-266A-4D80-94F9-2AAAD706993B}" dt="2023-02-15T21:06:30.805" v="194" actId="1076"/>
        <pc:sldMkLst>
          <pc:docMk/>
          <pc:sldMk cId="2155966002" sldId="277"/>
        </pc:sldMkLst>
        <pc:spChg chg="mod">
          <ac:chgData name="Angel Leonardo Bianco" userId="e6f7790cc0087d47" providerId="LiveId" clId="{E5F247F6-266A-4D80-94F9-2AAAD706993B}" dt="2023-02-15T21:05:26.262" v="189" actId="114"/>
          <ac:spMkLst>
            <pc:docMk/>
            <pc:sldMk cId="2155966002" sldId="277"/>
            <ac:spMk id="4" creationId="{A03B032D-20B6-E18F-11A1-DCF4F895B940}"/>
          </ac:spMkLst>
        </pc:spChg>
        <pc:picChg chg="add mod">
          <ac:chgData name="Angel Leonardo Bianco" userId="e6f7790cc0087d47" providerId="LiveId" clId="{E5F247F6-266A-4D80-94F9-2AAAD706993B}" dt="2023-02-15T21:06:30.805" v="194" actId="1076"/>
          <ac:picMkLst>
            <pc:docMk/>
            <pc:sldMk cId="2155966002" sldId="277"/>
            <ac:picMk id="3" creationId="{1AD82881-F82E-9502-E0BF-104B5C5593C8}"/>
          </ac:picMkLst>
        </pc:picChg>
        <pc:picChg chg="del">
          <ac:chgData name="Angel Leonardo Bianco" userId="e6f7790cc0087d47" providerId="LiveId" clId="{E5F247F6-266A-4D80-94F9-2AAAD706993B}" dt="2023-02-15T21:05:30.001" v="190" actId="478"/>
          <ac:picMkLst>
            <pc:docMk/>
            <pc:sldMk cId="2155966002" sldId="277"/>
            <ac:picMk id="6" creationId="{A5957607-1AC6-C660-AF3A-1B2B6614FC4C}"/>
          </ac:picMkLst>
        </pc:picChg>
      </pc:sldChg>
      <pc:sldChg chg="addSp delSp modSp add mod ord">
        <pc:chgData name="Angel Leonardo Bianco" userId="e6f7790cc0087d47" providerId="LiveId" clId="{E5F247F6-266A-4D80-94F9-2AAAD706993B}" dt="2023-02-15T21:08:23.571" v="209" actId="1076"/>
        <pc:sldMkLst>
          <pc:docMk/>
          <pc:sldMk cId="4120840814" sldId="278"/>
        </pc:sldMkLst>
        <pc:spChg chg="mod">
          <ac:chgData name="Angel Leonardo Bianco" userId="e6f7790cc0087d47" providerId="LiveId" clId="{E5F247F6-266A-4D80-94F9-2AAAD706993B}" dt="2023-02-15T21:07:31.970" v="204" actId="113"/>
          <ac:spMkLst>
            <pc:docMk/>
            <pc:sldMk cId="4120840814" sldId="278"/>
            <ac:spMk id="4" creationId="{A03B032D-20B6-E18F-11A1-DCF4F895B940}"/>
          </ac:spMkLst>
        </pc:spChg>
        <pc:picChg chg="del">
          <ac:chgData name="Angel Leonardo Bianco" userId="e6f7790cc0087d47" providerId="LiveId" clId="{E5F247F6-266A-4D80-94F9-2AAAD706993B}" dt="2023-02-15T21:07:34.384" v="205" actId="478"/>
          <ac:picMkLst>
            <pc:docMk/>
            <pc:sldMk cId="4120840814" sldId="278"/>
            <ac:picMk id="3" creationId="{1AD82881-F82E-9502-E0BF-104B5C5593C8}"/>
          </ac:picMkLst>
        </pc:picChg>
        <pc:picChg chg="add mod">
          <ac:chgData name="Angel Leonardo Bianco" userId="e6f7790cc0087d47" providerId="LiveId" clId="{E5F247F6-266A-4D80-94F9-2AAAD706993B}" dt="2023-02-15T21:08:23.571" v="209" actId="1076"/>
          <ac:picMkLst>
            <pc:docMk/>
            <pc:sldMk cId="4120840814" sldId="278"/>
            <ac:picMk id="5" creationId="{8BCBCEA8-5631-9558-8284-B0C672A180E9}"/>
          </ac:picMkLst>
        </pc:picChg>
      </pc:sldChg>
      <pc:sldChg chg="addSp delSp modSp add mod">
        <pc:chgData name="Angel Leonardo Bianco" userId="e6f7790cc0087d47" providerId="LiveId" clId="{E5F247F6-266A-4D80-94F9-2AAAD706993B}" dt="2023-02-15T21:10:02.178" v="224" actId="1076"/>
        <pc:sldMkLst>
          <pc:docMk/>
          <pc:sldMk cId="3247938549" sldId="279"/>
        </pc:sldMkLst>
        <pc:spChg chg="mod">
          <ac:chgData name="Angel Leonardo Bianco" userId="e6f7790cc0087d47" providerId="LiveId" clId="{E5F247F6-266A-4D80-94F9-2AAAD706993B}" dt="2023-02-15T21:08:47.362" v="214" actId="114"/>
          <ac:spMkLst>
            <pc:docMk/>
            <pc:sldMk cId="3247938549" sldId="279"/>
            <ac:spMk id="4" creationId="{A03B032D-20B6-E18F-11A1-DCF4F895B940}"/>
          </ac:spMkLst>
        </pc:spChg>
        <pc:picChg chg="add mod">
          <ac:chgData name="Angel Leonardo Bianco" userId="e6f7790cc0087d47" providerId="LiveId" clId="{E5F247F6-266A-4D80-94F9-2AAAD706993B}" dt="2023-02-15T21:10:02.178" v="224" actId="1076"/>
          <ac:picMkLst>
            <pc:docMk/>
            <pc:sldMk cId="3247938549" sldId="279"/>
            <ac:picMk id="3" creationId="{024E1D61-594E-CF79-A1E4-63480DEB900A}"/>
          </ac:picMkLst>
        </pc:picChg>
        <pc:picChg chg="del">
          <ac:chgData name="Angel Leonardo Bianco" userId="e6f7790cc0087d47" providerId="LiveId" clId="{E5F247F6-266A-4D80-94F9-2AAAD706993B}" dt="2023-02-15T21:08:49.136" v="215" actId="478"/>
          <ac:picMkLst>
            <pc:docMk/>
            <pc:sldMk cId="3247938549" sldId="279"/>
            <ac:picMk id="5" creationId="{8BCBCEA8-5631-9558-8284-B0C672A180E9}"/>
          </ac:picMkLst>
        </pc:picChg>
      </pc:sldChg>
      <pc:sldChg chg="del">
        <pc:chgData name="Angel Leonardo Bianco" userId="e6f7790cc0087d47" providerId="LiveId" clId="{E5F247F6-266A-4D80-94F9-2AAAD706993B}" dt="2023-02-15T20:39:38.344" v="14" actId="47"/>
        <pc:sldMkLst>
          <pc:docMk/>
          <pc:sldMk cId="869941226" sldId="280"/>
        </pc:sldMkLst>
      </pc:sldChg>
      <pc:sldChg chg="addSp delSp modSp add mod">
        <pc:chgData name="Angel Leonardo Bianco" userId="e6f7790cc0087d47" providerId="LiveId" clId="{E5F247F6-266A-4D80-94F9-2AAAD706993B}" dt="2023-02-15T21:14:58.469" v="252" actId="1076"/>
        <pc:sldMkLst>
          <pc:docMk/>
          <pc:sldMk cId="3221842796" sldId="280"/>
        </pc:sldMkLst>
        <pc:spChg chg="add mod">
          <ac:chgData name="Angel Leonardo Bianco" userId="e6f7790cc0087d47" providerId="LiveId" clId="{E5F247F6-266A-4D80-94F9-2AAAD706993B}" dt="2023-02-15T21:14:58.469" v="252" actId="1076"/>
          <ac:spMkLst>
            <pc:docMk/>
            <pc:sldMk cId="3221842796" sldId="280"/>
            <ac:spMk id="2" creationId="{1F27EC45-2880-38B5-0473-538705DD333C}"/>
          </ac:spMkLst>
        </pc:spChg>
        <pc:spChg chg="del mod">
          <ac:chgData name="Angel Leonardo Bianco" userId="e6f7790cc0087d47" providerId="LiveId" clId="{E5F247F6-266A-4D80-94F9-2AAAD706993B}" dt="2023-02-15T21:13:10.751" v="231" actId="478"/>
          <ac:spMkLst>
            <pc:docMk/>
            <pc:sldMk cId="3221842796" sldId="280"/>
            <ac:spMk id="4" creationId="{A03B032D-20B6-E18F-11A1-DCF4F895B940}"/>
          </ac:spMkLst>
        </pc:spChg>
        <pc:picChg chg="del">
          <ac:chgData name="Angel Leonardo Bianco" userId="e6f7790cc0087d47" providerId="LiveId" clId="{E5F247F6-266A-4D80-94F9-2AAAD706993B}" dt="2023-02-15T21:12:21.255" v="230" actId="478"/>
          <ac:picMkLst>
            <pc:docMk/>
            <pc:sldMk cId="3221842796" sldId="280"/>
            <ac:picMk id="3" creationId="{024E1D61-594E-CF79-A1E4-63480DEB900A}"/>
          </ac:picMkLst>
        </pc:picChg>
      </pc:sldChg>
      <pc:sldChg chg="del">
        <pc:chgData name="Angel Leonardo Bianco" userId="e6f7790cc0087d47" providerId="LiveId" clId="{E5F247F6-266A-4D80-94F9-2AAAD706993B}" dt="2023-02-15T20:39:39.109" v="15" actId="47"/>
        <pc:sldMkLst>
          <pc:docMk/>
          <pc:sldMk cId="2410012076" sldId="294"/>
        </pc:sldMkLst>
      </pc:sldChg>
      <pc:sldChg chg="del">
        <pc:chgData name="Angel Leonardo Bianco" userId="e6f7790cc0087d47" providerId="LiveId" clId="{E5F247F6-266A-4D80-94F9-2AAAD706993B}" dt="2023-02-15T20:39:39.882" v="16" actId="47"/>
        <pc:sldMkLst>
          <pc:docMk/>
          <pc:sldMk cId="3941253910" sldId="295"/>
        </pc:sldMkLst>
      </pc:sldChg>
      <pc:sldChg chg="del">
        <pc:chgData name="Angel Leonardo Bianco" userId="e6f7790cc0087d47" providerId="LiveId" clId="{E5F247F6-266A-4D80-94F9-2AAAD706993B}" dt="2023-02-15T20:39:40.440" v="17" actId="47"/>
        <pc:sldMkLst>
          <pc:docMk/>
          <pc:sldMk cId="1170748526" sldId="296"/>
        </pc:sldMkLst>
      </pc:sldChg>
      <pc:sldChg chg="del">
        <pc:chgData name="Angel Leonardo Bianco" userId="e6f7790cc0087d47" providerId="LiveId" clId="{E5F247F6-266A-4D80-94F9-2AAAD706993B}" dt="2023-02-15T20:39:40.889" v="18" actId="47"/>
        <pc:sldMkLst>
          <pc:docMk/>
          <pc:sldMk cId="1597066031"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s-AR" sz="1800" b="0" strike="noStrike" spc="-1">
                <a:solidFill>
                  <a:srgbClr val="000000"/>
                </a:solidFill>
                <a:latin typeface="Calibri"/>
              </a:rPr>
              <a:t>Click to move the slide</a:t>
            </a: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8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85"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86"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87"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4ECC0F79-25F6-4845-845F-1F9015D32816}"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2473887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06E2E6B7-6DFE-4FFB-9A00-6853F3792186}"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DE3A885B-FA7A-45DE-AE1D-C61C0E27A930}"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FDB85D9A-B5B2-4777-95E7-643C0BCE0B81}"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4E5CCFA8-2089-4932-94C1-DDA815C898AA}"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16FDC7BE-36C9-409E-9F0C-57D9C47EDFFB}"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85800" y="2130480"/>
            <a:ext cx="7772040" cy="681300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625E75EB-6384-4B9F-BF89-849F847B3F3B}"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8CE400F1-26D0-4009-956C-0E160C581451}"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4AF0895E-7CBE-4B96-BD9E-D597208089F0}"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A887B079-FFAF-4267-B321-6190858FD9A0}"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7E32ED4F-5969-45FD-8955-6E13F08C5239}"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40A4B9CB-7010-4383-91D5-5408248EA4FF}"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s-AR" sz="32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5C6B2A84-46BD-4E77-8666-F3B805D39A74}"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752311" y="5870576"/>
            <a:ext cx="1212173" cy="377825"/>
          </a:xfrm>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a:xfrm>
            <a:off x="2743973" y="5870576"/>
            <a:ext cx="3932137" cy="377825"/>
          </a:xfrm>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a:xfrm>
            <a:off x="8040685" y="5870576"/>
            <a:ext cx="417516" cy="377825"/>
          </a:xfrm>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1167189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5369444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1525441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6" name="Footer Placeholder 5"/>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7" name="Slide Number Placeholder 6"/>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537867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8" name="Footer Placeholder 7"/>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9" name="Slide Number Placeholder 8"/>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1421538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s-AR"/>
          </a:p>
        </p:txBody>
      </p:sp>
      <p:sp>
        <p:nvSpPr>
          <p:cNvPr id="4" name="Footer Placeholder 3"/>
          <p:cNvSpPr>
            <a:spLocks noGrp="1"/>
          </p:cNvSpPr>
          <p:nvPr>
            <p:ph type="ftr" sz="quarter" idx="11"/>
          </p:nvPr>
        </p:nvSpPr>
        <p:spPr/>
        <p:txBody>
          <a:bodyPr/>
          <a:lstStyle/>
          <a:p>
            <a:r>
              <a:rPr lang="es-AR"/>
              <a:t>Footer</a:t>
            </a:r>
          </a:p>
        </p:txBody>
      </p:sp>
      <p:sp>
        <p:nvSpPr>
          <p:cNvPr id="5" name="Slide Number Placeholder 4"/>
          <p:cNvSpPr>
            <a:spLocks noGrp="1"/>
          </p:cNvSpPr>
          <p:nvPr>
            <p:ph type="sldNum" sz="quarter" idx="12"/>
          </p:nvPr>
        </p:nvSpPr>
        <p:spPr/>
        <p:txBody>
          <a:bodyPr/>
          <a:lstStyle/>
          <a:p>
            <a:fld id="{A394CDEC-AB72-4E06-B4EB-05894101DD32}" type="slidenum">
              <a:rPr lang="es-AR" smtClean="0"/>
              <a:t>‹#›</a:t>
            </a:fld>
            <a:endParaRPr lang="es-AR"/>
          </a:p>
        </p:txBody>
      </p:sp>
    </p:spTree>
    <p:extLst>
      <p:ext uri="{BB962C8B-B14F-4D97-AF65-F5344CB8AC3E}">
        <p14:creationId xmlns:p14="http://schemas.microsoft.com/office/powerpoint/2010/main" val="28240914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3" name="Footer Placeholder 2"/>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4" name="Slide Number Placeholder 3"/>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50617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6" name="Footer Placeholder 5"/>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7" name="Slide Number Placeholder 6"/>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533823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6" name="Footer Placeholder 5"/>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7" name="Slide Number Placeholder 6"/>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1515315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6" name="Footer Placeholder 5"/>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7" name="Slide Number Placeholder 6"/>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32205588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8838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4" name="TextBox 13"/>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14634700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en-US"/>
              <a:t>Click to edit Master title style</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42426739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14281963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36472514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39100188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nSpc>
                <a:spcPct val="100000"/>
              </a:lnSpc>
              <a:buNone/>
            </a:pPr>
            <a:r>
              <a:rPr lang="es-AR"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11"/>
          </p:nvPr>
        </p:nvSpPr>
        <p:spPr/>
        <p:txBody>
          <a:bodyPr/>
          <a:lstStyle/>
          <a:p>
            <a:pPr algn="ctr">
              <a:buNone/>
            </a:pPr>
            <a:r>
              <a:rPr lang="en-US" sz="1400" b="0" strike="noStrike" spc="-1">
                <a:latin typeface="Times New Roman"/>
              </a:rPr>
              <a:t>&lt;footer&gt;</a:t>
            </a:r>
          </a:p>
        </p:txBody>
      </p:sp>
      <p:sp>
        <p:nvSpPr>
          <p:cNvPr id="6" name="Slide Number Placeholder 5"/>
          <p:cNvSpPr>
            <a:spLocks noGrp="1"/>
          </p:cNvSpPr>
          <p:nvPr>
            <p:ph type="sldNum" sz="quarter" idx="12"/>
          </p:nvPr>
        </p:nvSpPr>
        <p:spPr/>
        <p:txBody>
          <a:bodyPr/>
          <a:lstStyle/>
          <a:p>
            <a:pPr algn="r">
              <a:lnSpc>
                <a:spcPct val="100000"/>
              </a:lnSpc>
              <a:buNone/>
            </a:pPr>
            <a:fld id="{3362529A-E489-4209-A0D5-1CBB317CD86D}" type="slidenum">
              <a:rPr lang="es-AR"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34720267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85800" y="2130480"/>
            <a:ext cx="7772040" cy="1469520"/>
          </a:xfrm>
          <a:prstGeom prst="rect">
            <a:avLst/>
          </a:prstGeom>
          <a:noFill/>
          <a:ln w="0">
            <a:noFill/>
          </a:ln>
        </p:spPr>
        <p:txBody>
          <a:bodyPr lIns="0" tIns="0" rIns="0" bIns="0" anchor="ctr">
            <a:noAutofit/>
          </a:bodyPr>
          <a:lstStyle/>
          <a:p>
            <a:endParaRPr lang="es-AR" sz="1800" b="0" strike="noStrike" spc="-1">
              <a:solidFill>
                <a:srgbClr val="000000"/>
              </a:solidFill>
              <a:latin typeface="Calibri"/>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EA0BB84A-1ACA-4AC8-BFFF-B41E1118CD48}" type="slidenum">
              <a:t>‹#›</a:t>
            </a:fld>
            <a:endParaRPr/>
          </a:p>
        </p:txBody>
      </p:sp>
      <p:sp>
        <p:nvSpPr>
          <p:cNvPr id="6" name="PlaceHolder 5"/>
          <p:cNvSpPr>
            <a:spLocks noGrp="1"/>
          </p:cNvSpPr>
          <p:nvPr>
            <p:ph type="dt" idx="4"/>
          </p:nvPr>
        </p:nvSpPr>
        <p:spPr/>
        <p:txBody>
          <a:bodyPr/>
          <a:lstStyle/>
          <a:p>
            <a:endParaRPr/>
          </a:p>
        </p:txBody>
      </p:sp>
    </p:spTree>
    <p:extLst>
      <p:ext uri="{BB962C8B-B14F-4D97-AF65-F5344CB8AC3E}">
        <p14:creationId xmlns:p14="http://schemas.microsoft.com/office/powerpoint/2010/main" val="4173524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a:stretch/>
        </a:blip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1122480"/>
            <a:ext cx="7772040" cy="2387160"/>
          </a:xfrm>
          <a:prstGeom prst="rect">
            <a:avLst/>
          </a:prstGeom>
          <a:noFill/>
          <a:ln w="0">
            <a:noFill/>
          </a:ln>
        </p:spPr>
        <p:txBody>
          <a:bodyPr anchor="b">
            <a:noAutofit/>
          </a:bodyPr>
          <a:lstStyle/>
          <a:p>
            <a:pPr algn="ctr">
              <a:lnSpc>
                <a:spcPct val="90000"/>
              </a:lnSpc>
              <a:buNone/>
            </a:pPr>
            <a:r>
              <a:rPr lang="es-ES" sz="6000" b="0" strike="noStrike" spc="-1">
                <a:solidFill>
                  <a:srgbClr val="000000"/>
                </a:solidFill>
                <a:latin typeface="Calibri Light"/>
              </a:rPr>
              <a:t>Haga clic para modificar el estilo de título del patrón</a:t>
            </a:r>
            <a:endParaRPr lang="es-AR" sz="6000" b="0" strike="noStrike" spc="-1">
              <a:solidFill>
                <a:srgbClr val="000000"/>
              </a:solidFill>
              <a:latin typeface="Calibri"/>
            </a:endParaRPr>
          </a:p>
        </p:txBody>
      </p:sp>
      <p:sp>
        <p:nvSpPr>
          <p:cNvPr id="6" name="PlaceHolder 2"/>
          <p:cNvSpPr>
            <a:spLocks noGrp="1"/>
          </p:cNvSpPr>
          <p:nvPr>
            <p:ph type="dt" idx="1"/>
          </p:nvPr>
        </p:nvSpPr>
        <p:spPr>
          <a:xfrm>
            <a:off x="628560" y="6356520"/>
            <a:ext cx="205704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en-US" sz="1200" b="0" strike="noStrike" spc="-1">
              <a:latin typeface="Times New Roman"/>
            </a:endParaRPr>
          </a:p>
        </p:txBody>
      </p:sp>
      <p:sp>
        <p:nvSpPr>
          <p:cNvPr id="2" name="PlaceHolder 3"/>
          <p:cNvSpPr>
            <a:spLocks noGrp="1"/>
          </p:cNvSpPr>
          <p:nvPr>
            <p:ph type="ftr" idx="2"/>
          </p:nvPr>
        </p:nvSpPr>
        <p:spPr>
          <a:xfrm>
            <a:off x="3029040" y="6356520"/>
            <a:ext cx="3085920" cy="364680"/>
          </a:xfrm>
          <a:prstGeom prst="rect">
            <a:avLst/>
          </a:prstGeom>
          <a:noFill/>
          <a:ln w="0">
            <a:noFill/>
          </a:ln>
        </p:spPr>
        <p:txBody>
          <a:bodyPr anchor="ctr">
            <a:noAutofit/>
          </a:bodyPr>
          <a:lstStyle>
            <a:lvl1pPr algn="ctr">
              <a:lnSpc>
                <a:spcPct val="100000"/>
              </a:lnSpc>
              <a:buNone/>
              <a:defRPr lang="en-US" sz="1200" b="0" strike="noStrike" spc="-1">
                <a:solidFill>
                  <a:srgbClr val="8B8B8B"/>
                </a:solidFill>
                <a:latin typeface="Calibri"/>
              </a:defRPr>
            </a:lvl1pPr>
          </a:lstStyle>
          <a:p>
            <a:pPr algn="ctr">
              <a:lnSpc>
                <a:spcPct val="100000"/>
              </a:lnSpc>
              <a:buNone/>
            </a:pPr>
            <a:r>
              <a:rPr lang="en-US" sz="1200" b="0" strike="noStrike" spc="-1">
                <a:solidFill>
                  <a:srgbClr val="8B8B8B"/>
                </a:solidFill>
                <a:latin typeface="Calibri"/>
              </a:rPr>
              <a:t>&lt;footer&gt;</a:t>
            </a:r>
            <a:endParaRPr lang="en-US" sz="1200" b="0" strike="noStrike" spc="-1">
              <a:latin typeface="Times New Roman"/>
            </a:endParaRPr>
          </a:p>
        </p:txBody>
      </p:sp>
      <p:sp>
        <p:nvSpPr>
          <p:cNvPr id="3" name="PlaceHolder 4"/>
          <p:cNvSpPr>
            <a:spLocks noGrp="1"/>
          </p:cNvSpPr>
          <p:nvPr>
            <p:ph type="sldNum" idx="3"/>
          </p:nvPr>
        </p:nvSpPr>
        <p:spPr>
          <a:xfrm>
            <a:off x="6458040" y="6356520"/>
            <a:ext cx="205704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1BB98B4C-1036-4210-9CBC-A6A44A1A4CDA}"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AR" sz="2800" b="0" strike="noStrike" spc="-1">
                <a:solidFill>
                  <a:srgbClr val="00000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s-AR" sz="2000" b="0" strike="noStrike" spc="-1">
                <a:solidFill>
                  <a:srgbClr val="00000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s-AR" sz="1800" b="0" strike="noStrike" spc="-1">
                <a:solidFill>
                  <a:srgbClr val="00000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s-AR" sz="1800" b="0" strike="noStrike" spc="-1">
                <a:solidFill>
                  <a:srgbClr val="00000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s-AR" sz="2000" b="0" strike="noStrike" spc="-1">
                <a:solidFill>
                  <a:srgbClr val="00000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s-AR" sz="2000" b="0" strike="noStrike" spc="-1">
                <a:solidFill>
                  <a:srgbClr val="00000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s-AR"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lnSpc>
                <a:spcPct val="100000"/>
              </a:lnSpc>
              <a:buNone/>
            </a:pPr>
            <a:r>
              <a:rPr lang="en-US" sz="1200" b="0" strike="noStrike" spc="-1">
                <a:solidFill>
                  <a:srgbClr val="8B8B8B"/>
                </a:solidFill>
                <a:latin typeface="Calibri"/>
              </a:rPr>
              <a:t>&lt;date/time&gt;</a:t>
            </a:r>
            <a:endParaRPr lang="en-US" sz="1200" b="0" strike="noStrike" spc="-1">
              <a:latin typeface="Times New Roman"/>
            </a:endParaRPr>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lgn="ctr">
              <a:lnSpc>
                <a:spcPct val="100000"/>
              </a:lnSpc>
              <a:buNone/>
            </a:pPr>
            <a:r>
              <a:rPr lang="en-US" sz="1200" b="0" strike="noStrike" spc="-1">
                <a:solidFill>
                  <a:srgbClr val="8B8B8B"/>
                </a:solidFill>
                <a:latin typeface="Calibri"/>
              </a:rPr>
              <a:t>&lt;footer&gt;</a:t>
            </a:r>
            <a:endParaRPr lang="en-US" sz="1200" b="0" strike="noStrike" spc="-1">
              <a:latin typeface="Times New Roman"/>
            </a:endParaRPr>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lgn="r">
              <a:lnSpc>
                <a:spcPct val="100000"/>
              </a:lnSpc>
              <a:buNone/>
            </a:pPr>
            <a:fld id="{1BB98B4C-1036-4210-9CBC-A6A44A1A4CDA}" type="slidenum">
              <a:rPr lang="en-US" sz="1200" b="0" strike="noStrike" spc="-1" smtClean="0">
                <a:solidFill>
                  <a:srgbClr val="8B8B8B"/>
                </a:solidFill>
                <a:latin typeface="Calibri"/>
              </a:rPr>
              <a:t>‹#›</a:t>
            </a:fld>
            <a:endParaRPr lang="en-US" sz="1200" b="0" strike="noStrike" spc="-1">
              <a:latin typeface="Times New Roman"/>
            </a:endParaRPr>
          </a:p>
        </p:txBody>
      </p:sp>
    </p:spTree>
    <p:extLst>
      <p:ext uri="{BB962C8B-B14F-4D97-AF65-F5344CB8AC3E}">
        <p14:creationId xmlns:p14="http://schemas.microsoft.com/office/powerpoint/2010/main" val="507969567"/>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jpeg"/><Relationship Id="rId1" Type="http://schemas.openxmlformats.org/officeDocument/2006/relationships/slideLayout" Target="../slideLayouts/slideLayout30.xml"/><Relationship Id="rId4" Type="http://schemas.openxmlformats.org/officeDocument/2006/relationships/image" Target="../media/image7.gif"/></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30.xml"/><Relationship Id="rId5" Type="http://schemas.openxmlformats.org/officeDocument/2006/relationships/hyperlink" Target="https://creativecommons.org/licenses/by-sa/3.0/" TargetMode="External"/><Relationship Id="rId4" Type="http://schemas.openxmlformats.org/officeDocument/2006/relationships/hyperlink" Target="http://math.stackexchange.com/questions/1136972/how-to-normalize-edges-weight-between-0-and-1"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5.jpeg"/><Relationship Id="rId1" Type="http://schemas.openxmlformats.org/officeDocument/2006/relationships/slideLayout" Target="../slideLayouts/slideLayout30.xml"/><Relationship Id="rId5" Type="http://schemas.openxmlformats.org/officeDocument/2006/relationships/hyperlink" Target="https://creativecommons.org/licenses/by-nc-nd/3.0/" TargetMode="External"/><Relationship Id="rId4" Type="http://schemas.openxmlformats.org/officeDocument/2006/relationships/hyperlink" Target="http://culturacientifica.com/2016/11/23/grafo-no-planar-bipartito-completo-sexteto-amoroso/"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jpeg"/><Relationship Id="rId1" Type="http://schemas.openxmlformats.org/officeDocument/2006/relationships/slideLayout" Target="../slideLayouts/slideLayout30.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88" name="CuadroTexto 1"/>
          <p:cNvSpPr/>
          <p:nvPr/>
        </p:nvSpPr>
        <p:spPr>
          <a:xfrm>
            <a:off x="4455000" y="4382800"/>
            <a:ext cx="4689000" cy="246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50000"/>
              </a:lnSpc>
              <a:buNone/>
            </a:pPr>
            <a:r>
              <a:rPr lang="en-US" sz="2400" b="1" strike="noStrike" spc="-1" dirty="0" err="1">
                <a:solidFill>
                  <a:srgbClr val="FFFFFF"/>
                </a:solidFill>
                <a:latin typeface="Open Sans"/>
                <a:ea typeface="Open Sans"/>
              </a:rPr>
              <a:t>Algóritmos</a:t>
            </a:r>
            <a:r>
              <a:rPr lang="en-US" sz="2400" b="1" strike="noStrike" spc="-1" dirty="0">
                <a:solidFill>
                  <a:srgbClr val="FFFFFF"/>
                </a:solidFill>
                <a:latin typeface="Open Sans"/>
                <a:ea typeface="Open Sans"/>
              </a:rPr>
              <a:t> y </a:t>
            </a:r>
            <a:r>
              <a:rPr lang="en-US" sz="2400" b="1" strike="noStrike" spc="-1" dirty="0" err="1">
                <a:solidFill>
                  <a:srgbClr val="FFFFFF"/>
                </a:solidFill>
                <a:latin typeface="Open Sans"/>
                <a:ea typeface="Open Sans"/>
              </a:rPr>
              <a:t>Estructuras</a:t>
            </a:r>
            <a:r>
              <a:rPr lang="en-US" sz="2400" b="1" strike="noStrike" spc="-1" dirty="0">
                <a:solidFill>
                  <a:srgbClr val="FFFFFF"/>
                </a:solidFill>
                <a:latin typeface="Open Sans"/>
                <a:ea typeface="Open Sans"/>
              </a:rPr>
              <a:t> de </a:t>
            </a:r>
            <a:r>
              <a:rPr lang="en-US" sz="2400" b="1" strike="noStrike" spc="-1" dirty="0" err="1">
                <a:solidFill>
                  <a:srgbClr val="FFFFFF"/>
                </a:solidFill>
                <a:latin typeface="Open Sans"/>
                <a:ea typeface="Open Sans"/>
              </a:rPr>
              <a:t>Datos</a:t>
            </a:r>
            <a:endParaRPr lang="en-US" sz="2400" b="0" strike="noStrike" spc="-1" dirty="0">
              <a:latin typeface="Arial"/>
            </a:endParaRPr>
          </a:p>
          <a:p>
            <a:pPr algn="r">
              <a:lnSpc>
                <a:spcPct val="150000"/>
              </a:lnSpc>
              <a:buNone/>
            </a:pPr>
            <a:r>
              <a:rPr lang="en-US" sz="2400" b="0" strike="noStrike" spc="-1" dirty="0">
                <a:solidFill>
                  <a:srgbClr val="FFFFFF"/>
                </a:solidFill>
                <a:latin typeface="Calibri"/>
                <a:ea typeface="Open Sans"/>
              </a:rPr>
              <a:t>- 00184 -</a:t>
            </a:r>
            <a:endParaRPr lang="en-US" sz="2400" b="0" strike="noStrike" spc="-1" dirty="0">
              <a:latin typeface="Arial"/>
            </a:endParaRPr>
          </a:p>
          <a:p>
            <a:pPr algn="ctr">
              <a:lnSpc>
                <a:spcPct val="150000"/>
              </a:lnSpc>
              <a:buNone/>
            </a:pPr>
            <a:r>
              <a:rPr lang="en-US" sz="1600" b="1" strike="noStrike" spc="-1" dirty="0">
                <a:solidFill>
                  <a:srgbClr val="FFFFFF"/>
                </a:solidFill>
                <a:latin typeface="Open Sans"/>
                <a:ea typeface="Open Sans"/>
              </a:rPr>
              <a:t>Dr. Diego </a:t>
            </a:r>
            <a:r>
              <a:rPr lang="en-US" sz="1600" b="1" strike="noStrike" spc="-1" dirty="0" err="1">
                <a:solidFill>
                  <a:srgbClr val="FFFFFF"/>
                </a:solidFill>
                <a:latin typeface="Open Sans"/>
                <a:ea typeface="Open Sans"/>
              </a:rPr>
              <a:t>Agustín</a:t>
            </a:r>
            <a:r>
              <a:rPr lang="en-US" sz="1600" b="1" strike="noStrike" spc="-1" dirty="0">
                <a:solidFill>
                  <a:srgbClr val="FFFFFF"/>
                </a:solidFill>
                <a:latin typeface="Open Sans"/>
                <a:ea typeface="Open Sans"/>
              </a:rPr>
              <a:t> Ambrossio</a:t>
            </a:r>
            <a:endParaRPr lang="en-US" sz="1600" b="0" strike="noStrike" spc="-1" dirty="0">
              <a:latin typeface="Arial"/>
            </a:endParaRPr>
          </a:p>
          <a:p>
            <a:pPr algn="ctr">
              <a:lnSpc>
                <a:spcPct val="150000"/>
              </a:lnSpc>
              <a:buNone/>
            </a:pPr>
            <a:r>
              <a:rPr lang="en-US" sz="1600" b="1" strike="noStrike" spc="-1" dirty="0" err="1">
                <a:solidFill>
                  <a:srgbClr val="FFFFFF"/>
                </a:solidFill>
                <a:latin typeface="Open Sans"/>
                <a:ea typeface="Open Sans"/>
              </a:rPr>
              <a:t>Anl</a:t>
            </a:r>
            <a:r>
              <a:rPr lang="en-US" sz="1600" b="1" strike="noStrike" spc="-1" dirty="0">
                <a:solidFill>
                  <a:srgbClr val="FFFFFF"/>
                </a:solidFill>
                <a:latin typeface="Open Sans"/>
                <a:ea typeface="Open Sans"/>
              </a:rPr>
              <a:t>. Sis. Angel Leonardo </a:t>
            </a:r>
            <a:r>
              <a:rPr lang="en-US" sz="1600" b="1" strike="noStrike" spc="-1" dirty="0" err="1">
                <a:solidFill>
                  <a:srgbClr val="FFFFFF"/>
                </a:solidFill>
                <a:latin typeface="Open Sans"/>
                <a:ea typeface="Open Sans"/>
              </a:rPr>
              <a:t>Bianco</a:t>
            </a:r>
            <a:endParaRPr lang="en-US" sz="1600" b="0" strike="noStrike" spc="-1" dirty="0">
              <a:latin typeface="Arial"/>
            </a:endParaRPr>
          </a:p>
        </p:txBody>
      </p:sp>
      <p:sp>
        <p:nvSpPr>
          <p:cNvPr id="89" name="TextShape 2"/>
          <p:cNvSpPr/>
          <p:nvPr/>
        </p:nvSpPr>
        <p:spPr>
          <a:xfrm>
            <a:off x="4834080" y="2061000"/>
            <a:ext cx="4104000" cy="65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4000" b="1" i="1" spc="-1" dirty="0" err="1">
                <a:solidFill>
                  <a:srgbClr val="FFFFFF"/>
                </a:solidFill>
                <a:latin typeface="Arial"/>
              </a:rPr>
              <a:t>Grafos</a:t>
            </a:r>
            <a:endParaRPr lang="en-US" sz="400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3" name="TextBox 2">
            <a:extLst>
              <a:ext uri="{FF2B5EF4-FFF2-40B4-BE49-F238E27FC236}">
                <a16:creationId xmlns:a16="http://schemas.microsoft.com/office/drawing/2014/main" id="{E11FF935-0AD1-BCB2-848F-49973DE37D42}"/>
              </a:ext>
            </a:extLst>
          </p:cNvPr>
          <p:cNvSpPr txBox="1"/>
          <p:nvPr/>
        </p:nvSpPr>
        <p:spPr>
          <a:xfrm>
            <a:off x="777240" y="1645920"/>
            <a:ext cx="1582484" cy="369332"/>
          </a:xfrm>
          <a:prstGeom prst="rect">
            <a:avLst/>
          </a:prstGeom>
          <a:noFill/>
        </p:spPr>
        <p:txBody>
          <a:bodyPr wrap="none" rtlCol="0">
            <a:spAutoFit/>
          </a:bodyPr>
          <a:lstStyle/>
          <a:p>
            <a:r>
              <a:rPr lang="es-ES" dirty="0"/>
              <a:t>DEFINICION:</a:t>
            </a:r>
            <a:endParaRPr lang="es-AR" dirty="0"/>
          </a:p>
        </p:txBody>
      </p:sp>
      <p:sp>
        <p:nvSpPr>
          <p:cNvPr id="4" name="TextBox 3">
            <a:extLst>
              <a:ext uri="{FF2B5EF4-FFF2-40B4-BE49-F238E27FC236}">
                <a16:creationId xmlns:a16="http://schemas.microsoft.com/office/drawing/2014/main" id="{2B4926D9-F22D-124C-BE49-F7280557A30E}"/>
              </a:ext>
            </a:extLst>
          </p:cNvPr>
          <p:cNvSpPr txBox="1"/>
          <p:nvPr/>
        </p:nvSpPr>
        <p:spPr>
          <a:xfrm>
            <a:off x="777240" y="2368296"/>
            <a:ext cx="7863840" cy="2831544"/>
          </a:xfrm>
          <a:prstGeom prst="rect">
            <a:avLst/>
          </a:prstGeom>
          <a:noFill/>
        </p:spPr>
        <p:txBody>
          <a:bodyPr wrap="square" rtlCol="0">
            <a:spAutoFit/>
          </a:bodyPr>
          <a:lstStyle/>
          <a:p>
            <a:r>
              <a:rPr lang="es-ES" sz="1600" dirty="0"/>
              <a:t>Los grafos son estructuras matemáticas que se utilizan para representar relaciones entre objetos. Un grafo consta de un conjunto de vértices (también llamados nodos o puntos) y un conjunto de aristas (también llamadas arcos o líneas) que conectan estos vértices. Cada arista representa una relación entre dos vértices del grafo.</a:t>
            </a:r>
          </a:p>
          <a:p>
            <a:endParaRPr lang="es-ES" sz="1600" dirty="0"/>
          </a:p>
          <a:p>
            <a:r>
              <a:rPr lang="es-ES" sz="1600" dirty="0"/>
              <a:t>Los grafos se utilizan en una amplia variedad de aplicaciones, desde la representación de redes sociales hasta la planificación de rutas de transporte. Los grafos también son fundamentales en la teoría de grafos, un campo de las matemáticas que se enfoca en el estudio de las propiedades y aplicaciones de estas estructuras.</a:t>
            </a:r>
          </a:p>
          <a:p>
            <a:endParaRPr lang="es-A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pic>
        <p:nvPicPr>
          <p:cNvPr id="3" name="Picture 2" descr="Chart&#10;&#10;Description automatically generated">
            <a:extLst>
              <a:ext uri="{FF2B5EF4-FFF2-40B4-BE49-F238E27FC236}">
                <a16:creationId xmlns:a16="http://schemas.microsoft.com/office/drawing/2014/main" id="{4BA0043B-D628-22E2-63C4-2AF66FE95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41418"/>
            <a:ext cx="9144000" cy="4575164"/>
          </a:xfrm>
          <a:prstGeom prst="rect">
            <a:avLst/>
          </a:prstGeom>
        </p:spPr>
      </p:pic>
      <p:pic>
        <p:nvPicPr>
          <p:cNvPr id="5" name="Picture 4" descr="Scatter chart&#10;&#10;Description automatically generated">
            <a:extLst>
              <a:ext uri="{FF2B5EF4-FFF2-40B4-BE49-F238E27FC236}">
                <a16:creationId xmlns:a16="http://schemas.microsoft.com/office/drawing/2014/main" id="{19472B70-AEF7-39DC-9EED-17469CBA14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 y="1421928"/>
            <a:ext cx="9144000" cy="4763061"/>
          </a:xfrm>
          <a:prstGeom prst="rect">
            <a:avLst/>
          </a:prstGeom>
        </p:spPr>
      </p:pic>
    </p:spTree>
    <p:extLst>
      <p:ext uri="{BB962C8B-B14F-4D97-AF65-F5344CB8AC3E}">
        <p14:creationId xmlns:p14="http://schemas.microsoft.com/office/powerpoint/2010/main" val="3533256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TextBox 1">
            <a:extLst>
              <a:ext uri="{FF2B5EF4-FFF2-40B4-BE49-F238E27FC236}">
                <a16:creationId xmlns:a16="http://schemas.microsoft.com/office/drawing/2014/main" id="{955A3586-E540-4E47-1BF7-34E74C962E68}"/>
              </a:ext>
            </a:extLst>
          </p:cNvPr>
          <p:cNvSpPr txBox="1"/>
          <p:nvPr/>
        </p:nvSpPr>
        <p:spPr>
          <a:xfrm>
            <a:off x="2298976" y="3300984"/>
            <a:ext cx="5202864" cy="830997"/>
          </a:xfrm>
          <a:prstGeom prst="rect">
            <a:avLst/>
          </a:prstGeom>
          <a:noFill/>
        </p:spPr>
        <p:txBody>
          <a:bodyPr wrap="square" rtlCol="0">
            <a:spAutoFit/>
          </a:bodyPr>
          <a:lstStyle/>
          <a:p>
            <a:r>
              <a:rPr lang="es-ES" sz="4800" dirty="0"/>
              <a:t>TIPOS DE GRAFOS</a:t>
            </a:r>
            <a:endParaRPr lang="es-AR" sz="4800" dirty="0"/>
          </a:p>
        </p:txBody>
      </p:sp>
    </p:spTree>
    <p:extLst>
      <p:ext uri="{BB962C8B-B14F-4D97-AF65-F5344CB8AC3E}">
        <p14:creationId xmlns:p14="http://schemas.microsoft.com/office/powerpoint/2010/main" val="1734750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TextBox 1">
            <a:extLst>
              <a:ext uri="{FF2B5EF4-FFF2-40B4-BE49-F238E27FC236}">
                <a16:creationId xmlns:a16="http://schemas.microsoft.com/office/drawing/2014/main" id="{5ED1A804-FC22-22A9-98A4-21DF00AE67B3}"/>
              </a:ext>
            </a:extLst>
          </p:cNvPr>
          <p:cNvSpPr txBox="1"/>
          <p:nvPr/>
        </p:nvSpPr>
        <p:spPr>
          <a:xfrm>
            <a:off x="521208" y="1375448"/>
            <a:ext cx="8037576" cy="861774"/>
          </a:xfrm>
          <a:prstGeom prst="rect">
            <a:avLst/>
          </a:prstGeom>
          <a:noFill/>
        </p:spPr>
        <p:txBody>
          <a:bodyPr wrap="square" rtlCol="0">
            <a:spAutoFit/>
          </a:bodyPr>
          <a:lstStyle/>
          <a:p>
            <a:r>
              <a:rPr lang="es-ES" b="1" i="1" dirty="0"/>
              <a:t>Grafo dirigido: </a:t>
            </a:r>
            <a:r>
              <a:rPr lang="es-ES" sz="1600" dirty="0"/>
              <a:t>en este tipo de grafo, cada arista tiene una dirección asociada, es decir, una arista va desde un vértice inicial a un vértice final. Por ejemplo, una red de carreteras con un flujo de tráfico unidireccional se puede modelar como un grafo dirigido.</a:t>
            </a:r>
            <a:endParaRPr lang="es-AR" dirty="0"/>
          </a:p>
        </p:txBody>
      </p:sp>
      <p:pic>
        <p:nvPicPr>
          <p:cNvPr id="4" name="Picture 3" descr="A picture containing diagram&#10;&#10;Description automatically generated">
            <a:extLst>
              <a:ext uri="{FF2B5EF4-FFF2-40B4-BE49-F238E27FC236}">
                <a16:creationId xmlns:a16="http://schemas.microsoft.com/office/drawing/2014/main" id="{B4CF0DAA-101A-5569-1B44-00B81A7F7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640" y="2323947"/>
            <a:ext cx="4684014" cy="4449813"/>
          </a:xfrm>
          <a:prstGeom prst="rect">
            <a:avLst/>
          </a:prstGeom>
        </p:spPr>
      </p:pic>
    </p:spTree>
    <p:extLst>
      <p:ext uri="{BB962C8B-B14F-4D97-AF65-F5344CB8AC3E}">
        <p14:creationId xmlns:p14="http://schemas.microsoft.com/office/powerpoint/2010/main" val="16136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TextBox 1">
            <a:extLst>
              <a:ext uri="{FF2B5EF4-FFF2-40B4-BE49-F238E27FC236}">
                <a16:creationId xmlns:a16="http://schemas.microsoft.com/office/drawing/2014/main" id="{5ED1A804-FC22-22A9-98A4-21DF00AE67B3}"/>
              </a:ext>
            </a:extLst>
          </p:cNvPr>
          <p:cNvSpPr txBox="1"/>
          <p:nvPr/>
        </p:nvSpPr>
        <p:spPr>
          <a:xfrm>
            <a:off x="521208" y="1375448"/>
            <a:ext cx="8037576" cy="861774"/>
          </a:xfrm>
          <a:prstGeom prst="rect">
            <a:avLst/>
          </a:prstGeom>
          <a:noFill/>
        </p:spPr>
        <p:txBody>
          <a:bodyPr wrap="square" rtlCol="0">
            <a:spAutoFit/>
          </a:bodyPr>
          <a:lstStyle/>
          <a:p>
            <a:r>
              <a:rPr lang="es-ES" b="1" i="1" dirty="0"/>
              <a:t>Grafo no dirigido:</a:t>
            </a:r>
            <a:r>
              <a:rPr lang="es-ES" sz="1600" dirty="0"/>
              <a:t> en este tipo de grafo, cada arista no tiene una dirección asociada, lo que significa que se puede ir de un vértice a otro en cualquier dirección. Por ejemplo, una red de conexiones de computadoras se puede modelar como un grafo no dirigido.</a:t>
            </a:r>
            <a:endParaRPr lang="es-AR" dirty="0"/>
          </a:p>
        </p:txBody>
      </p:sp>
      <p:pic>
        <p:nvPicPr>
          <p:cNvPr id="5" name="Picture 4" descr="A picture containing text, pool ball, pool table, vector graphics&#10;&#10;Description automatically generated">
            <a:extLst>
              <a:ext uri="{FF2B5EF4-FFF2-40B4-BE49-F238E27FC236}">
                <a16:creationId xmlns:a16="http://schemas.microsoft.com/office/drawing/2014/main" id="{94858E65-2B9E-7973-2C70-A615A8A9E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0316" y="2572582"/>
            <a:ext cx="3748968" cy="3696351"/>
          </a:xfrm>
          <a:prstGeom prst="rect">
            <a:avLst/>
          </a:prstGeom>
        </p:spPr>
      </p:pic>
    </p:spTree>
    <p:extLst>
      <p:ext uri="{BB962C8B-B14F-4D97-AF65-F5344CB8AC3E}">
        <p14:creationId xmlns:p14="http://schemas.microsoft.com/office/powerpoint/2010/main" val="255790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TextBox 1">
            <a:extLst>
              <a:ext uri="{FF2B5EF4-FFF2-40B4-BE49-F238E27FC236}">
                <a16:creationId xmlns:a16="http://schemas.microsoft.com/office/drawing/2014/main" id="{5ED1A804-FC22-22A9-98A4-21DF00AE67B3}"/>
              </a:ext>
            </a:extLst>
          </p:cNvPr>
          <p:cNvSpPr txBox="1"/>
          <p:nvPr/>
        </p:nvSpPr>
        <p:spPr>
          <a:xfrm>
            <a:off x="521208" y="1375448"/>
            <a:ext cx="8037576" cy="861774"/>
          </a:xfrm>
          <a:prstGeom prst="rect">
            <a:avLst/>
          </a:prstGeom>
          <a:noFill/>
        </p:spPr>
        <p:txBody>
          <a:bodyPr wrap="square" rtlCol="0">
            <a:spAutoFit/>
          </a:bodyPr>
          <a:lstStyle/>
          <a:p>
            <a:r>
              <a:rPr lang="es-ES" b="1" i="1" dirty="0"/>
              <a:t>Grafo ponderado: </a:t>
            </a:r>
            <a:r>
              <a:rPr lang="es-ES" sz="1600" dirty="0"/>
              <a:t>en este tipo de grafo, cada arista tiene un peso o costo asociado, lo que indica el costo o la distancia asociados con esa arista. Por ejemplo, una red de rutas de transporte con diferentes costos de peaje se puede modelar como un grafo ponderado.</a:t>
            </a:r>
            <a:endParaRPr lang="es-AR" dirty="0"/>
          </a:p>
        </p:txBody>
      </p:sp>
      <p:pic>
        <p:nvPicPr>
          <p:cNvPr id="5" name="Picture 4">
            <a:extLst>
              <a:ext uri="{FF2B5EF4-FFF2-40B4-BE49-F238E27FC236}">
                <a16:creationId xmlns:a16="http://schemas.microsoft.com/office/drawing/2014/main" id="{94858E65-2B9E-7973-2C70-A615A8A9E61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029968" y="2440150"/>
            <a:ext cx="4484344" cy="411677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 name="TextBox 2">
            <a:extLst>
              <a:ext uri="{FF2B5EF4-FFF2-40B4-BE49-F238E27FC236}">
                <a16:creationId xmlns:a16="http://schemas.microsoft.com/office/drawing/2014/main" id="{7EC76B4C-2EC2-F7EF-2C08-DDD8865F99F0}"/>
              </a:ext>
            </a:extLst>
          </p:cNvPr>
          <p:cNvSpPr txBox="1"/>
          <p:nvPr/>
        </p:nvSpPr>
        <p:spPr>
          <a:xfrm>
            <a:off x="2510316" y="6141595"/>
            <a:ext cx="3748968" cy="230832"/>
          </a:xfrm>
          <a:prstGeom prst="rect">
            <a:avLst/>
          </a:prstGeom>
          <a:noFill/>
        </p:spPr>
        <p:txBody>
          <a:bodyPr wrap="square" rtlCol="0">
            <a:spAutoFit/>
          </a:bodyPr>
          <a:lstStyle/>
          <a:p>
            <a:r>
              <a:rPr lang="es-AR" sz="900">
                <a:hlinkClick r:id="rId4" tooltip="http://math.stackexchange.com/questions/1136972/how-to-normalize-edges-weight-between-0-and-1"/>
              </a:rPr>
              <a:t>This Photo</a:t>
            </a:r>
            <a:r>
              <a:rPr lang="es-AR" sz="900"/>
              <a:t> by Unknown Author is licensed under </a:t>
            </a:r>
            <a:r>
              <a:rPr lang="es-AR" sz="900">
                <a:hlinkClick r:id="rId5" tooltip="https://creativecommons.org/licenses/by-sa/3.0/"/>
              </a:rPr>
              <a:t>CC BY-SA</a:t>
            </a:r>
            <a:endParaRPr lang="es-AR" sz="900"/>
          </a:p>
        </p:txBody>
      </p:sp>
    </p:spTree>
    <p:extLst>
      <p:ext uri="{BB962C8B-B14F-4D97-AF65-F5344CB8AC3E}">
        <p14:creationId xmlns:p14="http://schemas.microsoft.com/office/powerpoint/2010/main" val="3026954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TextBox 1">
            <a:extLst>
              <a:ext uri="{FF2B5EF4-FFF2-40B4-BE49-F238E27FC236}">
                <a16:creationId xmlns:a16="http://schemas.microsoft.com/office/drawing/2014/main" id="{5ED1A804-FC22-22A9-98A4-21DF00AE67B3}"/>
              </a:ext>
            </a:extLst>
          </p:cNvPr>
          <p:cNvSpPr txBox="1"/>
          <p:nvPr/>
        </p:nvSpPr>
        <p:spPr>
          <a:xfrm>
            <a:off x="521208" y="1375448"/>
            <a:ext cx="8037576" cy="1107996"/>
          </a:xfrm>
          <a:prstGeom prst="rect">
            <a:avLst/>
          </a:prstGeom>
          <a:noFill/>
        </p:spPr>
        <p:txBody>
          <a:bodyPr wrap="square" rtlCol="0">
            <a:spAutoFit/>
          </a:bodyPr>
          <a:lstStyle/>
          <a:p>
            <a:r>
              <a:rPr lang="es-ES" b="1" i="1" dirty="0"/>
              <a:t>Grafo bipartito</a:t>
            </a:r>
            <a:r>
              <a:rPr lang="es-ES" sz="1600" b="1" i="1" dirty="0"/>
              <a:t>: </a:t>
            </a:r>
            <a:r>
              <a:rPr lang="es-ES" sz="1600" dirty="0"/>
              <a:t>en este tipo de grafo, los vértices se pueden dividir en dos conjuntos disjuntos, de tal manera que todas las aristas solo conectan vértices de diferentes conjuntos. Por ejemplo, un grafo que representa las relaciones entre hombres y mujeres en una sala de baile se puede modelar como un grafo bipartito.</a:t>
            </a:r>
            <a:endParaRPr lang="es-AR" dirty="0"/>
          </a:p>
        </p:txBody>
      </p:sp>
      <p:pic>
        <p:nvPicPr>
          <p:cNvPr id="5" name="Picture 4">
            <a:extLst>
              <a:ext uri="{FF2B5EF4-FFF2-40B4-BE49-F238E27FC236}">
                <a16:creationId xmlns:a16="http://schemas.microsoft.com/office/drawing/2014/main" id="{94858E65-2B9E-7973-2C70-A615A8A9E61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029968" y="3048132"/>
            <a:ext cx="4484344" cy="290081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 name="TextBox 2">
            <a:extLst>
              <a:ext uri="{FF2B5EF4-FFF2-40B4-BE49-F238E27FC236}">
                <a16:creationId xmlns:a16="http://schemas.microsoft.com/office/drawing/2014/main" id="{7EC76B4C-2EC2-F7EF-2C08-DDD8865F99F0}"/>
              </a:ext>
            </a:extLst>
          </p:cNvPr>
          <p:cNvSpPr txBox="1"/>
          <p:nvPr/>
        </p:nvSpPr>
        <p:spPr>
          <a:xfrm>
            <a:off x="2029968" y="5948942"/>
            <a:ext cx="4484344" cy="230832"/>
          </a:xfrm>
          <a:prstGeom prst="rect">
            <a:avLst/>
          </a:prstGeom>
          <a:noFill/>
        </p:spPr>
        <p:txBody>
          <a:bodyPr wrap="square" rtlCol="0">
            <a:spAutoFit/>
          </a:bodyPr>
          <a:lstStyle/>
          <a:p>
            <a:r>
              <a:rPr lang="es-AR" sz="900">
                <a:hlinkClick r:id="rId4" tooltip="http://culturacientifica.com/2016/11/23/grafo-no-planar-bipartito-completo-sexteto-amoroso/"/>
              </a:rPr>
              <a:t>This Photo</a:t>
            </a:r>
            <a:r>
              <a:rPr lang="es-AR" sz="900"/>
              <a:t> by Unknown Author is licensed under </a:t>
            </a:r>
            <a:r>
              <a:rPr lang="es-AR" sz="900">
                <a:hlinkClick r:id="rId5" tooltip="https://creativecommons.org/licenses/by-nc-nd/3.0/"/>
              </a:rPr>
              <a:t>CC BY-NC-ND</a:t>
            </a:r>
            <a:endParaRPr lang="es-AR" sz="900"/>
          </a:p>
        </p:txBody>
      </p:sp>
    </p:spTree>
    <p:extLst>
      <p:ext uri="{BB962C8B-B14F-4D97-AF65-F5344CB8AC3E}">
        <p14:creationId xmlns:p14="http://schemas.microsoft.com/office/powerpoint/2010/main" val="1233863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TextBox 1">
            <a:extLst>
              <a:ext uri="{FF2B5EF4-FFF2-40B4-BE49-F238E27FC236}">
                <a16:creationId xmlns:a16="http://schemas.microsoft.com/office/drawing/2014/main" id="{5ED1A804-FC22-22A9-98A4-21DF00AE67B3}"/>
              </a:ext>
            </a:extLst>
          </p:cNvPr>
          <p:cNvSpPr txBox="1"/>
          <p:nvPr/>
        </p:nvSpPr>
        <p:spPr>
          <a:xfrm>
            <a:off x="521208" y="1375448"/>
            <a:ext cx="8037576" cy="861774"/>
          </a:xfrm>
          <a:prstGeom prst="rect">
            <a:avLst/>
          </a:prstGeom>
          <a:noFill/>
        </p:spPr>
        <p:txBody>
          <a:bodyPr wrap="square" rtlCol="0">
            <a:spAutoFit/>
          </a:bodyPr>
          <a:lstStyle/>
          <a:p>
            <a:r>
              <a:rPr lang="es-ES" b="1" i="1" dirty="0"/>
              <a:t>Grafo completo: </a:t>
            </a:r>
            <a:r>
              <a:rPr lang="es-ES" sz="1600" dirty="0"/>
              <a:t>en este tipo de grafo, cada par de vértices está conectado por una arista. Es decir, todos los vértices del grafo están conectados entre sí. El grafo completo con n vértices se representa como </a:t>
            </a:r>
            <a:r>
              <a:rPr lang="es-ES" sz="1600" dirty="0" err="1"/>
              <a:t>Kn</a:t>
            </a:r>
            <a:r>
              <a:rPr lang="es-ES" sz="1600" dirty="0"/>
              <a:t>.</a:t>
            </a:r>
            <a:endParaRPr lang="es-AR" dirty="0"/>
          </a:p>
        </p:txBody>
      </p:sp>
      <p:pic>
        <p:nvPicPr>
          <p:cNvPr id="6" name="Picture 5" descr="Blue lights in the dark&#10;&#10;Description automatically generated with low confidence">
            <a:extLst>
              <a:ext uri="{FF2B5EF4-FFF2-40B4-BE49-F238E27FC236}">
                <a16:creationId xmlns:a16="http://schemas.microsoft.com/office/drawing/2014/main" id="{370424C0-69FC-D077-F630-8BE6B83DD8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2408" y="2538660"/>
            <a:ext cx="3843528" cy="37714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07288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TextBox 1">
            <a:extLst>
              <a:ext uri="{FF2B5EF4-FFF2-40B4-BE49-F238E27FC236}">
                <a16:creationId xmlns:a16="http://schemas.microsoft.com/office/drawing/2014/main" id="{5ED1A804-FC22-22A9-98A4-21DF00AE67B3}"/>
              </a:ext>
            </a:extLst>
          </p:cNvPr>
          <p:cNvSpPr txBox="1"/>
          <p:nvPr/>
        </p:nvSpPr>
        <p:spPr>
          <a:xfrm>
            <a:off x="521208" y="1375448"/>
            <a:ext cx="8037576" cy="1107996"/>
          </a:xfrm>
          <a:prstGeom prst="rect">
            <a:avLst/>
          </a:prstGeom>
          <a:noFill/>
        </p:spPr>
        <p:txBody>
          <a:bodyPr wrap="square" rtlCol="0">
            <a:spAutoFit/>
          </a:bodyPr>
          <a:lstStyle/>
          <a:p>
            <a:r>
              <a:rPr lang="es-ES" b="1" i="1" dirty="0"/>
              <a:t>Grafo cíclico: </a:t>
            </a:r>
            <a:r>
              <a:rPr lang="es-ES" sz="1600" dirty="0"/>
              <a:t>en este tipo de grafo, hay una secuencia de vértices y aristas que forman un ciclo cerrado. Es decir, se puede seguir un camino a través de las aristas que regresa al vértice inicial. Por ejemplo, un circuito eléctrico que regresa al mismo punto de partida se puede modelar como un grafo cíclico.</a:t>
            </a:r>
            <a:endParaRPr lang="es-AR" dirty="0"/>
          </a:p>
        </p:txBody>
      </p:sp>
      <p:pic>
        <p:nvPicPr>
          <p:cNvPr id="6" name="Picture 5" descr="Blue lights in the dark&#10;&#10;Description automatically generated with low confidence">
            <a:extLst>
              <a:ext uri="{FF2B5EF4-FFF2-40B4-BE49-F238E27FC236}">
                <a16:creationId xmlns:a16="http://schemas.microsoft.com/office/drawing/2014/main" id="{370424C0-69FC-D077-F630-8BE6B83DD8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2408" y="2538660"/>
            <a:ext cx="3843528" cy="37714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96472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TextBox 1">
            <a:extLst>
              <a:ext uri="{FF2B5EF4-FFF2-40B4-BE49-F238E27FC236}">
                <a16:creationId xmlns:a16="http://schemas.microsoft.com/office/drawing/2014/main" id="{8427B740-B015-70F9-1A58-59C23F314C20}"/>
              </a:ext>
            </a:extLst>
          </p:cNvPr>
          <p:cNvSpPr txBox="1"/>
          <p:nvPr/>
        </p:nvSpPr>
        <p:spPr>
          <a:xfrm>
            <a:off x="3291840" y="3289167"/>
            <a:ext cx="5166360" cy="707886"/>
          </a:xfrm>
          <a:prstGeom prst="rect">
            <a:avLst/>
          </a:prstGeom>
          <a:noFill/>
        </p:spPr>
        <p:txBody>
          <a:bodyPr wrap="square" rtlCol="0">
            <a:spAutoFit/>
          </a:bodyPr>
          <a:lstStyle/>
          <a:p>
            <a:r>
              <a:rPr lang="es-ES" sz="4000" dirty="0"/>
              <a:t>BUSQUEDAS</a:t>
            </a:r>
            <a:endParaRPr lang="es-AR" sz="4000" dirty="0"/>
          </a:p>
        </p:txBody>
      </p:sp>
    </p:spTree>
    <p:extLst>
      <p:ext uri="{BB962C8B-B14F-4D97-AF65-F5344CB8AC3E}">
        <p14:creationId xmlns:p14="http://schemas.microsoft.com/office/powerpoint/2010/main" val="126584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4" name="TextBox 3">
            <a:extLst>
              <a:ext uri="{FF2B5EF4-FFF2-40B4-BE49-F238E27FC236}">
                <a16:creationId xmlns:a16="http://schemas.microsoft.com/office/drawing/2014/main" id="{A03B032D-20B6-E18F-11A1-DCF4F895B940}"/>
              </a:ext>
            </a:extLst>
          </p:cNvPr>
          <p:cNvSpPr txBox="1"/>
          <p:nvPr/>
        </p:nvSpPr>
        <p:spPr>
          <a:xfrm>
            <a:off x="475488" y="1499616"/>
            <a:ext cx="7799832" cy="861774"/>
          </a:xfrm>
          <a:prstGeom prst="rect">
            <a:avLst/>
          </a:prstGeom>
          <a:noFill/>
        </p:spPr>
        <p:txBody>
          <a:bodyPr wrap="square" rtlCol="0">
            <a:spAutoFit/>
          </a:bodyPr>
          <a:lstStyle/>
          <a:p>
            <a:r>
              <a:rPr lang="es-ES" b="1" i="1" dirty="0"/>
              <a:t>Búsqueda en profundidad (DFS): </a:t>
            </a:r>
            <a:r>
              <a:rPr lang="es-ES" sz="1600" dirty="0"/>
              <a:t>este algoritmo sigue un camino hasta su final antes de retroceder y explorar otros caminos. Se utiliza para buscar todos los nodos de un grafo y encontrar ciclos en un grafo no dirigido.</a:t>
            </a:r>
            <a:endParaRPr lang="es-AR" dirty="0"/>
          </a:p>
        </p:txBody>
      </p:sp>
      <p:pic>
        <p:nvPicPr>
          <p:cNvPr id="6" name="Picture 5" descr="Chart, scatter chart&#10;&#10;Description automatically generated">
            <a:extLst>
              <a:ext uri="{FF2B5EF4-FFF2-40B4-BE49-F238E27FC236}">
                <a16:creationId xmlns:a16="http://schemas.microsoft.com/office/drawing/2014/main" id="{A5957607-1AC6-C660-AF3A-1B2B6614F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9484" y="2823258"/>
            <a:ext cx="3172968" cy="3172968"/>
          </a:xfrm>
          <a:prstGeom prst="rect">
            <a:avLst/>
          </a:prstGeom>
        </p:spPr>
      </p:pic>
    </p:spTree>
    <p:extLst>
      <p:ext uri="{BB962C8B-B14F-4D97-AF65-F5344CB8AC3E}">
        <p14:creationId xmlns:p14="http://schemas.microsoft.com/office/powerpoint/2010/main" val="425310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4" name="TextBox 3">
            <a:extLst>
              <a:ext uri="{FF2B5EF4-FFF2-40B4-BE49-F238E27FC236}">
                <a16:creationId xmlns:a16="http://schemas.microsoft.com/office/drawing/2014/main" id="{A03B032D-20B6-E18F-11A1-DCF4F895B940}"/>
              </a:ext>
            </a:extLst>
          </p:cNvPr>
          <p:cNvSpPr txBox="1"/>
          <p:nvPr/>
        </p:nvSpPr>
        <p:spPr>
          <a:xfrm>
            <a:off x="475488" y="1499616"/>
            <a:ext cx="7799832" cy="1138773"/>
          </a:xfrm>
          <a:prstGeom prst="rect">
            <a:avLst/>
          </a:prstGeom>
          <a:noFill/>
        </p:spPr>
        <p:txBody>
          <a:bodyPr wrap="square" rtlCol="0">
            <a:spAutoFit/>
          </a:bodyPr>
          <a:lstStyle/>
          <a:p>
            <a:r>
              <a:rPr lang="es-ES" b="1" i="1" dirty="0"/>
              <a:t>Búsqueda en anchura (BFS</a:t>
            </a:r>
            <a:r>
              <a:rPr lang="es-ES" sz="1600" b="1" i="1" dirty="0"/>
              <a:t>): </a:t>
            </a:r>
            <a:r>
              <a:rPr lang="es-ES" sz="1600" dirty="0"/>
              <a:t>este algoritmo explora los nodos en capas, comenzando por los nodos más cercanos al origen y avanzando gradualmente hacia los nodos más lejanos. Se utiliza para encontrar el camino más corto entre dos nodos y para encontrar el árbol de expansión mínimo en un grafo ponderado</a:t>
            </a:r>
            <a:r>
              <a:rPr lang="es-ES" dirty="0"/>
              <a:t>.</a:t>
            </a:r>
            <a:endParaRPr lang="es-AR" dirty="0"/>
          </a:p>
        </p:txBody>
      </p:sp>
      <p:pic>
        <p:nvPicPr>
          <p:cNvPr id="3" name="Picture 2" descr="A picture containing watch, clock&#10;&#10;Description automatically generated">
            <a:extLst>
              <a:ext uri="{FF2B5EF4-FFF2-40B4-BE49-F238E27FC236}">
                <a16:creationId xmlns:a16="http://schemas.microsoft.com/office/drawing/2014/main" id="{1AD82881-F82E-9502-E0BF-104B5C5593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6820" y="3161919"/>
            <a:ext cx="3810000" cy="2381250"/>
          </a:xfrm>
          <a:prstGeom prst="rect">
            <a:avLst/>
          </a:prstGeom>
        </p:spPr>
      </p:pic>
    </p:spTree>
    <p:extLst>
      <p:ext uri="{BB962C8B-B14F-4D97-AF65-F5344CB8AC3E}">
        <p14:creationId xmlns:p14="http://schemas.microsoft.com/office/powerpoint/2010/main" val="2155966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pic>
        <p:nvPicPr>
          <p:cNvPr id="3" name="Picture 2" descr="A picture containing shape&#10;&#10;Description automatically generated">
            <a:extLst>
              <a:ext uri="{FF2B5EF4-FFF2-40B4-BE49-F238E27FC236}">
                <a16:creationId xmlns:a16="http://schemas.microsoft.com/office/drawing/2014/main" id="{BCF864E3-E686-DBD9-3421-F9FBE124A3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843087"/>
            <a:ext cx="6096000" cy="3171825"/>
          </a:xfrm>
          <a:prstGeom prst="rect">
            <a:avLst/>
          </a:prstGeom>
        </p:spPr>
      </p:pic>
    </p:spTree>
    <p:extLst>
      <p:ext uri="{BB962C8B-B14F-4D97-AF65-F5344CB8AC3E}">
        <p14:creationId xmlns:p14="http://schemas.microsoft.com/office/powerpoint/2010/main" val="1960001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4" name="TextBox 3">
            <a:extLst>
              <a:ext uri="{FF2B5EF4-FFF2-40B4-BE49-F238E27FC236}">
                <a16:creationId xmlns:a16="http://schemas.microsoft.com/office/drawing/2014/main" id="{A03B032D-20B6-E18F-11A1-DCF4F895B940}"/>
              </a:ext>
            </a:extLst>
          </p:cNvPr>
          <p:cNvSpPr txBox="1"/>
          <p:nvPr/>
        </p:nvSpPr>
        <p:spPr>
          <a:xfrm>
            <a:off x="475488" y="1499616"/>
            <a:ext cx="7799832" cy="861774"/>
          </a:xfrm>
          <a:prstGeom prst="rect">
            <a:avLst/>
          </a:prstGeom>
          <a:noFill/>
        </p:spPr>
        <p:txBody>
          <a:bodyPr wrap="square" rtlCol="0">
            <a:spAutoFit/>
          </a:bodyPr>
          <a:lstStyle/>
          <a:p>
            <a:r>
              <a:rPr lang="es-ES" b="1" i="1" dirty="0"/>
              <a:t>Algoritmo de Dijkstra:</a:t>
            </a:r>
            <a:r>
              <a:rPr lang="es-ES" dirty="0"/>
              <a:t> </a:t>
            </a:r>
            <a:r>
              <a:rPr lang="es-ES" sz="1600" dirty="0"/>
              <a:t>este algoritmo encuentra el camino más corto entre dos nodos en un grafo ponderado. Comienza desde el nodo de origen y utiliza una cola de prioridad para explorar los nodos más cercanos al origen primero.</a:t>
            </a:r>
            <a:endParaRPr lang="es-AR" dirty="0"/>
          </a:p>
        </p:txBody>
      </p:sp>
      <p:pic>
        <p:nvPicPr>
          <p:cNvPr id="5" name="Picture 4" descr="Chart&#10;&#10;Description automatically generated">
            <a:extLst>
              <a:ext uri="{FF2B5EF4-FFF2-40B4-BE49-F238E27FC236}">
                <a16:creationId xmlns:a16="http://schemas.microsoft.com/office/drawing/2014/main" id="{8BCBCEA8-5631-9558-8284-B0C672A18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825" y="2789301"/>
            <a:ext cx="7372350" cy="3181350"/>
          </a:xfrm>
          <a:prstGeom prst="rect">
            <a:avLst/>
          </a:prstGeom>
        </p:spPr>
      </p:pic>
    </p:spTree>
    <p:extLst>
      <p:ext uri="{BB962C8B-B14F-4D97-AF65-F5344CB8AC3E}">
        <p14:creationId xmlns:p14="http://schemas.microsoft.com/office/powerpoint/2010/main" val="4120840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4" name="TextBox 3">
            <a:extLst>
              <a:ext uri="{FF2B5EF4-FFF2-40B4-BE49-F238E27FC236}">
                <a16:creationId xmlns:a16="http://schemas.microsoft.com/office/drawing/2014/main" id="{A03B032D-20B6-E18F-11A1-DCF4F895B940}"/>
              </a:ext>
            </a:extLst>
          </p:cNvPr>
          <p:cNvSpPr txBox="1"/>
          <p:nvPr/>
        </p:nvSpPr>
        <p:spPr>
          <a:xfrm>
            <a:off x="475488" y="1499616"/>
            <a:ext cx="7799832" cy="1107996"/>
          </a:xfrm>
          <a:prstGeom prst="rect">
            <a:avLst/>
          </a:prstGeom>
          <a:noFill/>
        </p:spPr>
        <p:txBody>
          <a:bodyPr wrap="square" rtlCol="0">
            <a:spAutoFit/>
          </a:bodyPr>
          <a:lstStyle/>
          <a:p>
            <a:r>
              <a:rPr lang="es-ES" b="1" i="1" dirty="0"/>
              <a:t>Algoritmo de </a:t>
            </a:r>
            <a:r>
              <a:rPr lang="es-ES" b="1" i="1" dirty="0" err="1"/>
              <a:t>Bellman</a:t>
            </a:r>
            <a:r>
              <a:rPr lang="es-ES" b="1" i="1" dirty="0"/>
              <a:t>-Ford:</a:t>
            </a:r>
            <a:r>
              <a:rPr lang="es-ES" sz="1600" b="1" i="1" dirty="0"/>
              <a:t> </a:t>
            </a:r>
            <a:r>
              <a:rPr lang="es-ES" sz="1600" dirty="0"/>
              <a:t>este algoritmo encuentra el camino más corto entre dos nodos en un grafo ponderado que puede tener aristas con pesos negativos. Comienza desde el nodo de origen y utiliza una iteración de relajación para actualizar los caminos más cortos hasta que se alcance el nodo de destino.</a:t>
            </a:r>
            <a:endParaRPr lang="es-AR" dirty="0"/>
          </a:p>
        </p:txBody>
      </p:sp>
      <p:pic>
        <p:nvPicPr>
          <p:cNvPr id="3" name="Picture 2" descr="Shape&#10;&#10;Description automatically generated with medium confidence">
            <a:extLst>
              <a:ext uri="{FF2B5EF4-FFF2-40B4-BE49-F238E27FC236}">
                <a16:creationId xmlns:a16="http://schemas.microsoft.com/office/drawing/2014/main" id="{024E1D61-594E-CF79-A1E4-63480DEB90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640" y="2934708"/>
            <a:ext cx="4212630" cy="3040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247938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
        <p:nvSpPr>
          <p:cNvPr id="2" name="TextBox 1">
            <a:extLst>
              <a:ext uri="{FF2B5EF4-FFF2-40B4-BE49-F238E27FC236}">
                <a16:creationId xmlns:a16="http://schemas.microsoft.com/office/drawing/2014/main" id="{1F27EC45-2880-38B5-0473-538705DD333C}"/>
              </a:ext>
            </a:extLst>
          </p:cNvPr>
          <p:cNvSpPr txBox="1"/>
          <p:nvPr/>
        </p:nvSpPr>
        <p:spPr>
          <a:xfrm>
            <a:off x="2551176" y="3191256"/>
            <a:ext cx="3861057" cy="1015663"/>
          </a:xfrm>
          <a:prstGeom prst="rect">
            <a:avLst/>
          </a:prstGeom>
          <a:noFill/>
        </p:spPr>
        <p:txBody>
          <a:bodyPr wrap="none" rtlCol="0">
            <a:spAutoFit/>
          </a:bodyPr>
          <a:lstStyle/>
          <a:p>
            <a:r>
              <a:rPr lang="es-ES" sz="6000" dirty="0"/>
              <a:t>EN PYTHON</a:t>
            </a:r>
            <a:endParaRPr lang="es-AR" dirty="0"/>
          </a:p>
        </p:txBody>
      </p:sp>
    </p:spTree>
    <p:extLst>
      <p:ext uri="{BB962C8B-B14F-4D97-AF65-F5344CB8AC3E}">
        <p14:creationId xmlns:p14="http://schemas.microsoft.com/office/powerpoint/2010/main" val="3221842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pic>
        <p:nvPicPr>
          <p:cNvPr id="3" name="Picture 2" descr="Text&#10;&#10;Description automatically generated">
            <a:extLst>
              <a:ext uri="{FF2B5EF4-FFF2-40B4-BE49-F238E27FC236}">
                <a16:creationId xmlns:a16="http://schemas.microsoft.com/office/drawing/2014/main" id="{006C4E54-ADAA-0266-D833-2AD21D305F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970" y="1662112"/>
            <a:ext cx="7793222" cy="4308920"/>
          </a:xfrm>
          <a:prstGeom prst="rect">
            <a:avLst/>
          </a:prstGeom>
        </p:spPr>
      </p:pic>
      <p:pic>
        <p:nvPicPr>
          <p:cNvPr id="5" name="Picture 4" descr="Text&#10;&#10;Description automatically generated">
            <a:extLst>
              <a:ext uri="{FF2B5EF4-FFF2-40B4-BE49-F238E27FC236}">
                <a16:creationId xmlns:a16="http://schemas.microsoft.com/office/drawing/2014/main" id="{9E2DA52A-F41B-C7EA-0C8B-0274CCE3A9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780" y="2382774"/>
            <a:ext cx="7597734" cy="3524250"/>
          </a:xfrm>
          <a:prstGeom prst="rect">
            <a:avLst/>
          </a:prstGeom>
        </p:spPr>
      </p:pic>
    </p:spTree>
    <p:extLst>
      <p:ext uri="{BB962C8B-B14F-4D97-AF65-F5344CB8AC3E}">
        <p14:creationId xmlns:p14="http://schemas.microsoft.com/office/powerpoint/2010/main" val="569082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pic>
        <p:nvPicPr>
          <p:cNvPr id="3" name="Picture 2">
            <a:extLst>
              <a:ext uri="{FF2B5EF4-FFF2-40B4-BE49-F238E27FC236}">
                <a16:creationId xmlns:a16="http://schemas.microsoft.com/office/drawing/2014/main" id="{087B5914-ABD3-4E56-DF36-A70E7964E3A5}"/>
              </a:ext>
            </a:extLst>
          </p:cNvPr>
          <p:cNvPicPr>
            <a:picLocks noChangeAspect="1"/>
          </p:cNvPicPr>
          <p:nvPr/>
        </p:nvPicPr>
        <p:blipFill>
          <a:blip r:embed="rId3"/>
          <a:stretch>
            <a:fillRect/>
          </a:stretch>
        </p:blipFill>
        <p:spPr>
          <a:xfrm>
            <a:off x="1781175" y="1447800"/>
            <a:ext cx="5581650" cy="3962400"/>
          </a:xfrm>
          <a:prstGeom prst="rect">
            <a:avLst/>
          </a:prstGeom>
        </p:spPr>
      </p:pic>
    </p:spTree>
    <p:extLst>
      <p:ext uri="{BB962C8B-B14F-4D97-AF65-F5344CB8AC3E}">
        <p14:creationId xmlns:p14="http://schemas.microsoft.com/office/powerpoint/2010/main" val="3249411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pic>
        <p:nvPicPr>
          <p:cNvPr id="3" name="Picture 2">
            <a:extLst>
              <a:ext uri="{FF2B5EF4-FFF2-40B4-BE49-F238E27FC236}">
                <a16:creationId xmlns:a16="http://schemas.microsoft.com/office/drawing/2014/main" id="{091EE758-706B-2F21-9FE3-29A71C8307EA}"/>
              </a:ext>
            </a:extLst>
          </p:cNvPr>
          <p:cNvPicPr>
            <a:picLocks noChangeAspect="1"/>
          </p:cNvPicPr>
          <p:nvPr/>
        </p:nvPicPr>
        <p:blipFill>
          <a:blip r:embed="rId3"/>
          <a:stretch>
            <a:fillRect/>
          </a:stretch>
        </p:blipFill>
        <p:spPr>
          <a:xfrm>
            <a:off x="1781175" y="533400"/>
            <a:ext cx="5581650" cy="5791200"/>
          </a:xfrm>
          <a:prstGeom prst="rect">
            <a:avLst/>
          </a:prstGeom>
        </p:spPr>
      </p:pic>
    </p:spTree>
    <p:extLst>
      <p:ext uri="{BB962C8B-B14F-4D97-AF65-F5344CB8AC3E}">
        <p14:creationId xmlns:p14="http://schemas.microsoft.com/office/powerpoint/2010/main" val="1373090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Tree>
    <p:extLst>
      <p:ext uri="{BB962C8B-B14F-4D97-AF65-F5344CB8AC3E}">
        <p14:creationId xmlns:p14="http://schemas.microsoft.com/office/powerpoint/2010/main" val="1236854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Tree>
    <p:extLst>
      <p:ext uri="{BB962C8B-B14F-4D97-AF65-F5344CB8AC3E}">
        <p14:creationId xmlns:p14="http://schemas.microsoft.com/office/powerpoint/2010/main" val="1151624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Tree>
    <p:extLst>
      <p:ext uri="{BB962C8B-B14F-4D97-AF65-F5344CB8AC3E}">
        <p14:creationId xmlns:p14="http://schemas.microsoft.com/office/powerpoint/2010/main" val="2691098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 de texto 2"/>
          <p:cNvSpPr/>
          <p:nvPr/>
        </p:nvSpPr>
        <p:spPr>
          <a:xfrm>
            <a:off x="2258640" y="232560"/>
            <a:ext cx="4252320" cy="297000"/>
          </a:xfrm>
          <a:prstGeom prst="rect">
            <a:avLst/>
          </a:prstGeom>
          <a:noFill/>
          <a:ln w="9525">
            <a:noFill/>
          </a:ln>
        </p:spPr>
        <p:style>
          <a:lnRef idx="0">
            <a:scrgbClr r="0" g="0" b="0"/>
          </a:lnRef>
          <a:fillRef idx="0">
            <a:scrgbClr r="0" g="0" b="0"/>
          </a:fillRef>
          <a:effectRef idx="0">
            <a:scrgbClr r="0" g="0" b="0"/>
          </a:effectRef>
          <a:fontRef idx="minor"/>
        </p:style>
        <p:txBody>
          <a:bodyPr anchor="t">
            <a:noAutofit/>
          </a:bodyPr>
          <a:lstStyle/>
          <a:p>
            <a:pPr>
              <a:lnSpc>
                <a:spcPct val="107000"/>
              </a:lnSpc>
              <a:spcAft>
                <a:spcPts val="799"/>
              </a:spcAft>
              <a:buNone/>
            </a:pPr>
            <a:r>
              <a:rPr lang="es-AR" sz="1400" b="0" strike="noStrike" spc="-1">
                <a:solidFill>
                  <a:srgbClr val="FFFFFF"/>
                </a:solidFill>
                <a:latin typeface="Arial Black"/>
                <a:ea typeface="Calibri"/>
              </a:rPr>
              <a:t> </a:t>
            </a:r>
            <a:endParaRPr lang="en-US" sz="1400" b="0" strike="noStrike" spc="-1">
              <a:latin typeface="Arial"/>
            </a:endParaRPr>
          </a:p>
        </p:txBody>
      </p:sp>
      <p:pic>
        <p:nvPicPr>
          <p:cNvPr id="93" name="16 Imagen"/>
          <p:cNvPicPr/>
          <p:nvPr/>
        </p:nvPicPr>
        <p:blipFill>
          <a:blip r:embed="rId2"/>
          <a:stretch/>
        </p:blipFill>
        <p:spPr>
          <a:xfrm>
            <a:off x="0" y="1440"/>
            <a:ext cx="9143640" cy="1171080"/>
          </a:xfrm>
          <a:prstGeom prst="rect">
            <a:avLst/>
          </a:prstGeom>
          <a:ln w="0">
            <a:noFill/>
          </a:ln>
        </p:spPr>
      </p:pic>
      <p:sp>
        <p:nvSpPr>
          <p:cNvPr id="94" name="17 CuadroTexto"/>
          <p:cNvSpPr/>
          <p:nvPr/>
        </p:nvSpPr>
        <p:spPr>
          <a:xfrm>
            <a:off x="135620" y="84240"/>
            <a:ext cx="2968040" cy="129120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AR" sz="2000" b="1" strike="noStrike" spc="-1" dirty="0">
                <a:solidFill>
                  <a:srgbClr val="FFFFFF"/>
                </a:solidFill>
                <a:latin typeface="TeXGyreAdventor"/>
              </a:rPr>
              <a:t>Algoritmos y Estructuras</a:t>
            </a:r>
            <a:r>
              <a:rPr lang="en-US" sz="2000" spc="-1" dirty="0">
                <a:latin typeface="Arial"/>
              </a:rPr>
              <a:t> </a:t>
            </a:r>
          </a:p>
          <a:p>
            <a:pPr>
              <a:lnSpc>
                <a:spcPct val="100000"/>
              </a:lnSpc>
              <a:buNone/>
            </a:pPr>
            <a:r>
              <a:rPr lang="es-AR" sz="2000" b="1" strike="noStrike" spc="-1" dirty="0">
                <a:solidFill>
                  <a:srgbClr val="FFFFFF"/>
                </a:solidFill>
                <a:latin typeface="TeXGyreAdventor"/>
              </a:rPr>
              <a:t>  de Datos</a:t>
            </a:r>
            <a:endParaRPr lang="en-US" sz="2000" b="0" strike="noStrike" spc="-1" dirty="0">
              <a:latin typeface="Arial"/>
            </a:endParaRPr>
          </a:p>
          <a:p>
            <a:pPr>
              <a:lnSpc>
                <a:spcPct val="100000"/>
              </a:lnSpc>
              <a:buNone/>
            </a:pPr>
            <a:endParaRPr lang="en-US" sz="1800" b="0" strike="noStrike" spc="-1" dirty="0">
              <a:latin typeface="Arial"/>
            </a:endParaRPr>
          </a:p>
        </p:txBody>
      </p:sp>
    </p:spTree>
    <p:extLst>
      <p:ext uri="{BB962C8B-B14F-4D97-AF65-F5344CB8AC3E}">
        <p14:creationId xmlns:p14="http://schemas.microsoft.com/office/powerpoint/2010/main" val="396284614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1993</TotalTime>
  <Words>834</Words>
  <Application>Microsoft Office PowerPoint</Application>
  <PresentationFormat>On-screen Show (4:3)</PresentationFormat>
  <Paragraphs>93</Paragraphs>
  <Slides>24</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24</vt:i4>
      </vt:variant>
    </vt:vector>
  </HeadingPairs>
  <TitlesOfParts>
    <vt:vector size="35" baseType="lpstr">
      <vt:lpstr>Arial</vt:lpstr>
      <vt:lpstr>Arial Black</vt:lpstr>
      <vt:lpstr>Calibri</vt:lpstr>
      <vt:lpstr>Calibri Light</vt:lpstr>
      <vt:lpstr>Open Sans</vt:lpstr>
      <vt:lpstr>Symbol</vt:lpstr>
      <vt:lpstr>TeXGyreAdventor</vt:lpstr>
      <vt:lpstr>Times New Roman</vt:lpstr>
      <vt:lpstr>Wingdings</vt:lpstr>
      <vt:lpstr>Office Theme</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PC10</dc:creator>
  <dc:description/>
  <cp:lastModifiedBy>Angel Leonardo Bianco</cp:lastModifiedBy>
  <cp:revision>111</cp:revision>
  <cp:lastPrinted>2022-04-26T21:22:38Z</cp:lastPrinted>
  <dcterms:created xsi:type="dcterms:W3CDTF">2020-04-01T12:31:54Z</dcterms:created>
  <dcterms:modified xsi:type="dcterms:W3CDTF">2023-02-15T23:18:13Z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On-screen Show (4:3)</vt:lpwstr>
  </property>
  <property fmtid="{D5CDD505-2E9C-101B-9397-08002B2CF9AE}" pid="4" name="Slides">
    <vt:i4>17</vt:i4>
  </property>
</Properties>
</file>